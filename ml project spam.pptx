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Default Extension="fntdata" ContentType="application/x-fontdata"/>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6"/>
  </p:notesMasterIdLst>
  <p:sldIdLst>
    <p:sldId id="265" r:id="rId2"/>
    <p:sldId id="266" r:id="rId3"/>
    <p:sldId id="269" r:id="rId4"/>
    <p:sldId id="268" r:id="rId5"/>
    <p:sldId id="258" r:id="rId6"/>
    <p:sldId id="257" r:id="rId7"/>
    <p:sldId id="262" r:id="rId8"/>
    <p:sldId id="259" r:id="rId9"/>
    <p:sldId id="260" r:id="rId10"/>
    <p:sldId id="270" r:id="rId11"/>
    <p:sldId id="271" r:id="rId12"/>
    <p:sldId id="261" r:id="rId13"/>
    <p:sldId id="264" r:id="rId14"/>
    <p:sldId id="272" r:id="rId15"/>
  </p:sldIdLst>
  <p:sldSz cx="14630400" cy="8229600"/>
  <p:notesSz cx="8229600" cy="14630400"/>
  <p:embeddedFontLst>
    <p:embeddedFont>
      <p:font typeface="Calibri" pitchFamily="34" charset="0"/>
      <p:regular r:id="rId17"/>
      <p:bold r:id="rId18"/>
      <p:italic r:id="rId19"/>
      <p:boldItalic r:id="rId20"/>
    </p:embeddedFont>
    <p:embeddedFont>
      <p:font typeface="Georgia" pitchFamily="18" charset="0"/>
      <p:regular r:id="rId21"/>
      <p:bold r:id="rId22"/>
      <p:italic r:id="rId23"/>
      <p:boldItalic r:id="rId24"/>
    </p:embeddedFont>
    <p:embeddedFont>
      <p:font typeface="Georgia Pro Light" charset="0"/>
      <p:regular r:id="rId25"/>
      <p:italic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592">
          <p15:clr>
            <a:srgbClr val="A4A3A4"/>
          </p15:clr>
        </p15:guide>
        <p15:guide id="2" pos="460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2EB1B72-EB27-4066-BF21-2F176336B0B0}" v="116" dt="2025-03-06T13:49:29.19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27930" autoAdjust="0"/>
    <p:restoredTop sz="99273" autoAdjust="0"/>
  </p:normalViewPr>
  <p:slideViewPr>
    <p:cSldViewPr snapToGrid="0" snapToObjects="1">
      <p:cViewPr varScale="1">
        <p:scale>
          <a:sx n="60" d="100"/>
          <a:sy n="60" d="100"/>
        </p:scale>
        <p:origin x="-108" y="-342"/>
      </p:cViewPr>
      <p:guideLst>
        <p:guide orient="horz" pos="2592"/>
        <p:guide pos="4608"/>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font" Target="fonts/font10.fntdata"/><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font" Target="fonts/font9.fntdata"/><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3.fntdata"/><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adeep yellam" userId="deec735c0b2cc8f3" providerId="LiveId" clId="{42EB1B72-EB27-4066-BF21-2F176336B0B0}"/>
    <pc:docChg chg="undo redo custSel addSld delSld modSld sldOrd">
      <pc:chgData name="pradeep yellam" userId="deec735c0b2cc8f3" providerId="LiveId" clId="{42EB1B72-EB27-4066-BF21-2F176336B0B0}" dt="2025-03-06T13:49:55.321" v="493" actId="14100"/>
      <pc:docMkLst>
        <pc:docMk/>
      </pc:docMkLst>
      <pc:sldChg chg="addSp delSp modSp mod ord">
        <pc:chgData name="pradeep yellam" userId="deec735c0b2cc8f3" providerId="LiveId" clId="{42EB1B72-EB27-4066-BF21-2F176336B0B0}" dt="2025-03-06T13:48:26.971" v="463" actId="167"/>
        <pc:sldMkLst>
          <pc:docMk/>
          <pc:sldMk cId="0" sldId="257"/>
        </pc:sldMkLst>
        <pc:spChg chg="mod">
          <ac:chgData name="pradeep yellam" userId="deec735c0b2cc8f3" providerId="LiveId" clId="{42EB1B72-EB27-4066-BF21-2F176336B0B0}" dt="2025-03-06T12:37:51.964" v="298"/>
          <ac:spMkLst>
            <pc:docMk/>
            <pc:sldMk cId="0" sldId="257"/>
            <ac:spMk id="2" creationId="{00000000-0000-0000-0000-000000000000}"/>
          </ac:spMkLst>
        </pc:spChg>
        <pc:spChg chg="mod">
          <ac:chgData name="pradeep yellam" userId="deec735c0b2cc8f3" providerId="LiveId" clId="{42EB1B72-EB27-4066-BF21-2F176336B0B0}" dt="2025-03-06T12:27:11.703" v="231" actId="207"/>
          <ac:spMkLst>
            <pc:docMk/>
            <pc:sldMk cId="0" sldId="257"/>
            <ac:spMk id="3" creationId="{00000000-0000-0000-0000-000000000000}"/>
          </ac:spMkLst>
        </pc:spChg>
        <pc:spChg chg="mod">
          <ac:chgData name="pradeep yellam" userId="deec735c0b2cc8f3" providerId="LiveId" clId="{42EB1B72-EB27-4066-BF21-2F176336B0B0}" dt="2025-03-06T12:27:11.703" v="231" actId="207"/>
          <ac:spMkLst>
            <pc:docMk/>
            <pc:sldMk cId="0" sldId="257"/>
            <ac:spMk id="4" creationId="{00000000-0000-0000-0000-000000000000}"/>
          </ac:spMkLst>
        </pc:spChg>
        <pc:spChg chg="mod">
          <ac:chgData name="pradeep yellam" userId="deec735c0b2cc8f3" providerId="LiveId" clId="{42EB1B72-EB27-4066-BF21-2F176336B0B0}" dt="2025-03-06T12:27:11.703" v="231" actId="207"/>
          <ac:spMkLst>
            <pc:docMk/>
            <pc:sldMk cId="0" sldId="257"/>
            <ac:spMk id="5" creationId="{00000000-0000-0000-0000-000000000000}"/>
          </ac:spMkLst>
        </pc:spChg>
        <pc:spChg chg="mod">
          <ac:chgData name="pradeep yellam" userId="deec735c0b2cc8f3" providerId="LiveId" clId="{42EB1B72-EB27-4066-BF21-2F176336B0B0}" dt="2025-03-06T12:27:11.703" v="231" actId="207"/>
          <ac:spMkLst>
            <pc:docMk/>
            <pc:sldMk cId="0" sldId="257"/>
            <ac:spMk id="6" creationId="{00000000-0000-0000-0000-000000000000}"/>
          </ac:spMkLst>
        </pc:spChg>
        <pc:spChg chg="mod">
          <ac:chgData name="pradeep yellam" userId="deec735c0b2cc8f3" providerId="LiveId" clId="{42EB1B72-EB27-4066-BF21-2F176336B0B0}" dt="2025-03-06T12:27:11.703" v="231" actId="207"/>
          <ac:spMkLst>
            <pc:docMk/>
            <pc:sldMk cId="0" sldId="257"/>
            <ac:spMk id="7" creationId="{00000000-0000-0000-0000-000000000000}"/>
          </ac:spMkLst>
        </pc:spChg>
        <pc:spChg chg="mod">
          <ac:chgData name="pradeep yellam" userId="deec735c0b2cc8f3" providerId="LiveId" clId="{42EB1B72-EB27-4066-BF21-2F176336B0B0}" dt="2025-03-06T12:27:11.703" v="231" actId="207"/>
          <ac:spMkLst>
            <pc:docMk/>
            <pc:sldMk cId="0" sldId="257"/>
            <ac:spMk id="8" creationId="{00000000-0000-0000-0000-000000000000}"/>
          </ac:spMkLst>
        </pc:spChg>
        <pc:picChg chg="add del mod ord">
          <ac:chgData name="pradeep yellam" userId="deec735c0b2cc8f3" providerId="LiveId" clId="{42EB1B72-EB27-4066-BF21-2F176336B0B0}" dt="2025-03-06T13:48:23.678" v="461" actId="478"/>
          <ac:picMkLst>
            <pc:docMk/>
            <pc:sldMk cId="0" sldId="257"/>
            <ac:picMk id="9" creationId="{D6CD1184-644A-1B4A-E335-C3D1CE7885C3}"/>
          </ac:picMkLst>
        </pc:picChg>
        <pc:picChg chg="add mod ord">
          <ac:chgData name="pradeep yellam" userId="deec735c0b2cc8f3" providerId="LiveId" clId="{42EB1B72-EB27-4066-BF21-2F176336B0B0}" dt="2025-03-06T13:48:26.971" v="463" actId="167"/>
          <ac:picMkLst>
            <pc:docMk/>
            <pc:sldMk cId="0" sldId="257"/>
            <ac:picMk id="10" creationId="{4CF1EE48-8A96-05A8-0BC7-68E965E7EF1C}"/>
          </ac:picMkLst>
        </pc:picChg>
      </pc:sldChg>
      <pc:sldChg chg="addSp delSp modSp mod">
        <pc:chgData name="pradeep yellam" userId="deec735c0b2cc8f3" providerId="LiveId" clId="{42EB1B72-EB27-4066-BF21-2F176336B0B0}" dt="2025-03-06T13:48:34.441" v="466" actId="167"/>
        <pc:sldMkLst>
          <pc:docMk/>
          <pc:sldMk cId="0" sldId="258"/>
        </pc:sldMkLst>
        <pc:spChg chg="mod">
          <ac:chgData name="pradeep yellam" userId="deec735c0b2cc8f3" providerId="LiveId" clId="{42EB1B72-EB27-4066-BF21-2F176336B0B0}" dt="2025-03-06T12:27:02.709" v="230" actId="207"/>
          <ac:spMkLst>
            <pc:docMk/>
            <pc:sldMk cId="0" sldId="258"/>
            <ac:spMk id="3" creationId="{00000000-0000-0000-0000-000000000000}"/>
          </ac:spMkLst>
        </pc:spChg>
        <pc:spChg chg="mod">
          <ac:chgData name="pradeep yellam" userId="deec735c0b2cc8f3" providerId="LiveId" clId="{42EB1B72-EB27-4066-BF21-2F176336B0B0}" dt="2025-03-06T12:27:02.709" v="230" actId="207"/>
          <ac:spMkLst>
            <pc:docMk/>
            <pc:sldMk cId="0" sldId="258"/>
            <ac:spMk id="4" creationId="{00000000-0000-0000-0000-000000000000}"/>
          </ac:spMkLst>
        </pc:spChg>
        <pc:spChg chg="mod">
          <ac:chgData name="pradeep yellam" userId="deec735c0b2cc8f3" providerId="LiveId" clId="{42EB1B72-EB27-4066-BF21-2F176336B0B0}" dt="2025-03-06T12:27:02.709" v="230" actId="207"/>
          <ac:spMkLst>
            <pc:docMk/>
            <pc:sldMk cId="0" sldId="258"/>
            <ac:spMk id="5" creationId="{00000000-0000-0000-0000-000000000000}"/>
          </ac:spMkLst>
        </pc:spChg>
        <pc:spChg chg="mod">
          <ac:chgData name="pradeep yellam" userId="deec735c0b2cc8f3" providerId="LiveId" clId="{42EB1B72-EB27-4066-BF21-2F176336B0B0}" dt="2025-03-06T12:27:02.709" v="230" actId="207"/>
          <ac:spMkLst>
            <pc:docMk/>
            <pc:sldMk cId="0" sldId="258"/>
            <ac:spMk id="6" creationId="{00000000-0000-0000-0000-000000000000}"/>
          </ac:spMkLst>
        </pc:spChg>
        <pc:spChg chg="mod">
          <ac:chgData name="pradeep yellam" userId="deec735c0b2cc8f3" providerId="LiveId" clId="{42EB1B72-EB27-4066-BF21-2F176336B0B0}" dt="2025-03-06T12:27:02.709" v="230" actId="207"/>
          <ac:spMkLst>
            <pc:docMk/>
            <pc:sldMk cId="0" sldId="258"/>
            <ac:spMk id="7" creationId="{00000000-0000-0000-0000-000000000000}"/>
          </ac:spMkLst>
        </pc:spChg>
        <pc:spChg chg="mod">
          <ac:chgData name="pradeep yellam" userId="deec735c0b2cc8f3" providerId="LiveId" clId="{42EB1B72-EB27-4066-BF21-2F176336B0B0}" dt="2025-03-06T12:27:02.709" v="230" actId="207"/>
          <ac:spMkLst>
            <pc:docMk/>
            <pc:sldMk cId="0" sldId="258"/>
            <ac:spMk id="8" creationId="{00000000-0000-0000-0000-000000000000}"/>
          </ac:spMkLst>
        </pc:spChg>
        <pc:spChg chg="mod">
          <ac:chgData name="pradeep yellam" userId="deec735c0b2cc8f3" providerId="LiveId" clId="{42EB1B72-EB27-4066-BF21-2F176336B0B0}" dt="2025-03-06T12:27:02.709" v="230" actId="207"/>
          <ac:spMkLst>
            <pc:docMk/>
            <pc:sldMk cId="0" sldId="258"/>
            <ac:spMk id="9" creationId="{00000000-0000-0000-0000-000000000000}"/>
          </ac:spMkLst>
        </pc:spChg>
        <pc:spChg chg="mod">
          <ac:chgData name="pradeep yellam" userId="deec735c0b2cc8f3" providerId="LiveId" clId="{42EB1B72-EB27-4066-BF21-2F176336B0B0}" dt="2025-03-06T12:27:02.709" v="230" actId="207"/>
          <ac:spMkLst>
            <pc:docMk/>
            <pc:sldMk cId="0" sldId="258"/>
            <ac:spMk id="10" creationId="{00000000-0000-0000-0000-000000000000}"/>
          </ac:spMkLst>
        </pc:spChg>
        <pc:spChg chg="mod">
          <ac:chgData name="pradeep yellam" userId="deec735c0b2cc8f3" providerId="LiveId" clId="{42EB1B72-EB27-4066-BF21-2F176336B0B0}" dt="2025-03-06T12:27:02.709" v="230" actId="207"/>
          <ac:spMkLst>
            <pc:docMk/>
            <pc:sldMk cId="0" sldId="258"/>
            <ac:spMk id="11" creationId="{00000000-0000-0000-0000-000000000000}"/>
          </ac:spMkLst>
        </pc:spChg>
        <pc:spChg chg="mod">
          <ac:chgData name="pradeep yellam" userId="deec735c0b2cc8f3" providerId="LiveId" clId="{42EB1B72-EB27-4066-BF21-2F176336B0B0}" dt="2025-03-06T12:27:02.709" v="230" actId="207"/>
          <ac:spMkLst>
            <pc:docMk/>
            <pc:sldMk cId="0" sldId="258"/>
            <ac:spMk id="12" creationId="{00000000-0000-0000-0000-000000000000}"/>
          </ac:spMkLst>
        </pc:spChg>
        <pc:picChg chg="add del mod ord">
          <ac:chgData name="pradeep yellam" userId="deec735c0b2cc8f3" providerId="LiveId" clId="{42EB1B72-EB27-4066-BF21-2F176336B0B0}" dt="2025-03-06T13:48:30.406" v="464" actId="478"/>
          <ac:picMkLst>
            <pc:docMk/>
            <pc:sldMk cId="0" sldId="258"/>
            <ac:picMk id="2" creationId="{449B5542-A917-13C3-77A9-A09BAAAF8C84}"/>
          </ac:picMkLst>
        </pc:picChg>
        <pc:picChg chg="add mod ord">
          <ac:chgData name="pradeep yellam" userId="deec735c0b2cc8f3" providerId="LiveId" clId="{42EB1B72-EB27-4066-BF21-2F176336B0B0}" dt="2025-03-06T13:48:34.441" v="466" actId="167"/>
          <ac:picMkLst>
            <pc:docMk/>
            <pc:sldMk cId="0" sldId="258"/>
            <ac:picMk id="13" creationId="{9382F2B3-70D6-3071-B662-6D920FF3E0E9}"/>
          </ac:picMkLst>
        </pc:picChg>
      </pc:sldChg>
      <pc:sldChg chg="addSp delSp modSp mod">
        <pc:chgData name="pradeep yellam" userId="deec735c0b2cc8f3" providerId="LiveId" clId="{42EB1B72-EB27-4066-BF21-2F176336B0B0}" dt="2025-03-06T13:48:43.189" v="470" actId="167"/>
        <pc:sldMkLst>
          <pc:docMk/>
          <pc:sldMk cId="0" sldId="259"/>
        </pc:sldMkLst>
        <pc:spChg chg="mod">
          <ac:chgData name="pradeep yellam" userId="deec735c0b2cc8f3" providerId="LiveId" clId="{42EB1B72-EB27-4066-BF21-2F176336B0B0}" dt="2025-03-06T12:26:56.652" v="229" actId="207"/>
          <ac:spMkLst>
            <pc:docMk/>
            <pc:sldMk cId="0" sldId="259"/>
            <ac:spMk id="4" creationId="{00000000-0000-0000-0000-000000000000}"/>
          </ac:spMkLst>
        </pc:spChg>
        <pc:spChg chg="mod">
          <ac:chgData name="pradeep yellam" userId="deec735c0b2cc8f3" providerId="LiveId" clId="{42EB1B72-EB27-4066-BF21-2F176336B0B0}" dt="2025-03-06T12:26:56.652" v="229" actId="207"/>
          <ac:spMkLst>
            <pc:docMk/>
            <pc:sldMk cId="0" sldId="259"/>
            <ac:spMk id="6" creationId="{00000000-0000-0000-0000-000000000000}"/>
          </ac:spMkLst>
        </pc:spChg>
        <pc:spChg chg="mod">
          <ac:chgData name="pradeep yellam" userId="deec735c0b2cc8f3" providerId="LiveId" clId="{42EB1B72-EB27-4066-BF21-2F176336B0B0}" dt="2025-03-06T12:26:56.652" v="229" actId="207"/>
          <ac:spMkLst>
            <pc:docMk/>
            <pc:sldMk cId="0" sldId="259"/>
            <ac:spMk id="7" creationId="{00000000-0000-0000-0000-000000000000}"/>
          </ac:spMkLst>
        </pc:spChg>
        <pc:spChg chg="mod">
          <ac:chgData name="pradeep yellam" userId="deec735c0b2cc8f3" providerId="LiveId" clId="{42EB1B72-EB27-4066-BF21-2F176336B0B0}" dt="2025-03-06T12:26:56.652" v="229" actId="207"/>
          <ac:spMkLst>
            <pc:docMk/>
            <pc:sldMk cId="0" sldId="259"/>
            <ac:spMk id="8" creationId="{00000000-0000-0000-0000-000000000000}"/>
          </ac:spMkLst>
        </pc:spChg>
        <pc:spChg chg="mod">
          <ac:chgData name="pradeep yellam" userId="deec735c0b2cc8f3" providerId="LiveId" clId="{42EB1B72-EB27-4066-BF21-2F176336B0B0}" dt="2025-03-06T12:26:56.652" v="229" actId="207"/>
          <ac:spMkLst>
            <pc:docMk/>
            <pc:sldMk cId="0" sldId="259"/>
            <ac:spMk id="9" creationId="{00000000-0000-0000-0000-000000000000}"/>
          </ac:spMkLst>
        </pc:spChg>
        <pc:spChg chg="mod">
          <ac:chgData name="pradeep yellam" userId="deec735c0b2cc8f3" providerId="LiveId" clId="{42EB1B72-EB27-4066-BF21-2F176336B0B0}" dt="2025-03-06T12:26:56.652" v="229" actId="207"/>
          <ac:spMkLst>
            <pc:docMk/>
            <pc:sldMk cId="0" sldId="259"/>
            <ac:spMk id="10" creationId="{00000000-0000-0000-0000-000000000000}"/>
          </ac:spMkLst>
        </pc:spChg>
        <pc:spChg chg="mod">
          <ac:chgData name="pradeep yellam" userId="deec735c0b2cc8f3" providerId="LiveId" clId="{42EB1B72-EB27-4066-BF21-2F176336B0B0}" dt="2025-03-06T12:26:56.652" v="229" actId="207"/>
          <ac:spMkLst>
            <pc:docMk/>
            <pc:sldMk cId="0" sldId="259"/>
            <ac:spMk id="11" creationId="{00000000-0000-0000-0000-000000000000}"/>
          </ac:spMkLst>
        </pc:spChg>
        <pc:spChg chg="mod">
          <ac:chgData name="pradeep yellam" userId="deec735c0b2cc8f3" providerId="LiveId" clId="{42EB1B72-EB27-4066-BF21-2F176336B0B0}" dt="2025-03-06T12:26:56.652" v="229" actId="207"/>
          <ac:spMkLst>
            <pc:docMk/>
            <pc:sldMk cId="0" sldId="259"/>
            <ac:spMk id="13" creationId="{00000000-0000-0000-0000-000000000000}"/>
          </ac:spMkLst>
        </pc:spChg>
        <pc:spChg chg="mod">
          <ac:chgData name="pradeep yellam" userId="deec735c0b2cc8f3" providerId="LiveId" clId="{42EB1B72-EB27-4066-BF21-2F176336B0B0}" dt="2025-03-06T12:26:56.652" v="229" actId="207"/>
          <ac:spMkLst>
            <pc:docMk/>
            <pc:sldMk cId="0" sldId="259"/>
            <ac:spMk id="14" creationId="{00000000-0000-0000-0000-000000000000}"/>
          </ac:spMkLst>
        </pc:spChg>
        <pc:spChg chg="mod">
          <ac:chgData name="pradeep yellam" userId="deec735c0b2cc8f3" providerId="LiveId" clId="{42EB1B72-EB27-4066-BF21-2F176336B0B0}" dt="2025-03-06T12:26:56.652" v="229" actId="207"/>
          <ac:spMkLst>
            <pc:docMk/>
            <pc:sldMk cId="0" sldId="259"/>
            <ac:spMk id="15" creationId="{00000000-0000-0000-0000-000000000000}"/>
          </ac:spMkLst>
        </pc:spChg>
        <pc:picChg chg="add del mod">
          <ac:chgData name="pradeep yellam" userId="deec735c0b2cc8f3" providerId="LiveId" clId="{42EB1B72-EB27-4066-BF21-2F176336B0B0}" dt="2025-03-06T13:48:39.304" v="468" actId="478"/>
          <ac:picMkLst>
            <pc:docMk/>
            <pc:sldMk cId="0" sldId="259"/>
            <ac:picMk id="2" creationId="{DD2E75BB-61AA-9450-C338-B16E8C0343B9}"/>
          </ac:picMkLst>
        </pc:picChg>
        <pc:picChg chg="add mod ord">
          <ac:chgData name="pradeep yellam" userId="deec735c0b2cc8f3" providerId="LiveId" clId="{42EB1B72-EB27-4066-BF21-2F176336B0B0}" dt="2025-03-06T13:48:43.189" v="470" actId="167"/>
          <ac:picMkLst>
            <pc:docMk/>
            <pc:sldMk cId="0" sldId="259"/>
            <ac:picMk id="16" creationId="{1C36611F-49A7-69E7-EBBB-E6C2A8354690}"/>
          </ac:picMkLst>
        </pc:picChg>
      </pc:sldChg>
      <pc:sldChg chg="addSp delSp modSp mod">
        <pc:chgData name="pradeep yellam" userId="deec735c0b2cc8f3" providerId="LiveId" clId="{42EB1B72-EB27-4066-BF21-2F176336B0B0}" dt="2025-03-06T13:48:53.280" v="473" actId="167"/>
        <pc:sldMkLst>
          <pc:docMk/>
          <pc:sldMk cId="0" sldId="260"/>
        </pc:sldMkLst>
        <pc:spChg chg="mod">
          <ac:chgData name="pradeep yellam" userId="deec735c0b2cc8f3" providerId="LiveId" clId="{42EB1B72-EB27-4066-BF21-2F176336B0B0}" dt="2025-03-06T12:26:50.283" v="228" actId="207"/>
          <ac:spMkLst>
            <pc:docMk/>
            <pc:sldMk cId="0" sldId="260"/>
            <ac:spMk id="3" creationId="{00000000-0000-0000-0000-000000000000}"/>
          </ac:spMkLst>
        </pc:spChg>
        <pc:spChg chg="mod">
          <ac:chgData name="pradeep yellam" userId="deec735c0b2cc8f3" providerId="LiveId" clId="{42EB1B72-EB27-4066-BF21-2F176336B0B0}" dt="2025-03-06T12:26:50.283" v="228" actId="207"/>
          <ac:spMkLst>
            <pc:docMk/>
            <pc:sldMk cId="0" sldId="260"/>
            <ac:spMk id="5" creationId="{00000000-0000-0000-0000-000000000000}"/>
          </ac:spMkLst>
        </pc:spChg>
        <pc:spChg chg="mod">
          <ac:chgData name="pradeep yellam" userId="deec735c0b2cc8f3" providerId="LiveId" clId="{42EB1B72-EB27-4066-BF21-2F176336B0B0}" dt="2025-03-06T12:26:50.283" v="228" actId="207"/>
          <ac:spMkLst>
            <pc:docMk/>
            <pc:sldMk cId="0" sldId="260"/>
            <ac:spMk id="7" creationId="{00000000-0000-0000-0000-000000000000}"/>
          </ac:spMkLst>
        </pc:spChg>
        <pc:picChg chg="mod">
          <ac:chgData name="pradeep yellam" userId="deec735c0b2cc8f3" providerId="LiveId" clId="{42EB1B72-EB27-4066-BF21-2F176336B0B0}" dt="2025-03-06T12:26:50.283" v="228" actId="207"/>
          <ac:picMkLst>
            <pc:docMk/>
            <pc:sldMk cId="0" sldId="260"/>
            <ac:picMk id="2" creationId="{00000000-0000-0000-0000-000000000000}"/>
          </ac:picMkLst>
        </pc:picChg>
        <pc:picChg chg="mod">
          <ac:chgData name="pradeep yellam" userId="deec735c0b2cc8f3" providerId="LiveId" clId="{42EB1B72-EB27-4066-BF21-2F176336B0B0}" dt="2025-03-06T12:26:50.283" v="228" actId="207"/>
          <ac:picMkLst>
            <pc:docMk/>
            <pc:sldMk cId="0" sldId="260"/>
            <ac:picMk id="4" creationId="{00000000-0000-0000-0000-000000000000}"/>
          </ac:picMkLst>
        </pc:picChg>
        <pc:picChg chg="mod">
          <ac:chgData name="pradeep yellam" userId="deec735c0b2cc8f3" providerId="LiveId" clId="{42EB1B72-EB27-4066-BF21-2F176336B0B0}" dt="2025-03-06T12:26:50.283" v="228" actId="207"/>
          <ac:picMkLst>
            <pc:docMk/>
            <pc:sldMk cId="0" sldId="260"/>
            <ac:picMk id="6" creationId="{00000000-0000-0000-0000-000000000000}"/>
          </ac:picMkLst>
        </pc:picChg>
        <pc:picChg chg="add del mod">
          <ac:chgData name="pradeep yellam" userId="deec735c0b2cc8f3" providerId="LiveId" clId="{42EB1B72-EB27-4066-BF21-2F176336B0B0}" dt="2025-03-06T13:48:49.773" v="471" actId="478"/>
          <ac:picMkLst>
            <pc:docMk/>
            <pc:sldMk cId="0" sldId="260"/>
            <ac:picMk id="8" creationId="{6D0133E2-F6AF-96FA-58D3-A28B1ECD30C2}"/>
          </ac:picMkLst>
        </pc:picChg>
        <pc:picChg chg="add mod ord">
          <ac:chgData name="pradeep yellam" userId="deec735c0b2cc8f3" providerId="LiveId" clId="{42EB1B72-EB27-4066-BF21-2F176336B0B0}" dt="2025-03-06T13:48:53.280" v="473" actId="167"/>
          <ac:picMkLst>
            <pc:docMk/>
            <pc:sldMk cId="0" sldId="260"/>
            <ac:picMk id="9" creationId="{976B9160-9E7D-71D2-AC2E-0D1CEA767DA3}"/>
          </ac:picMkLst>
        </pc:picChg>
      </pc:sldChg>
      <pc:sldChg chg="addSp delSp modSp mod">
        <pc:chgData name="pradeep yellam" userId="deec735c0b2cc8f3" providerId="LiveId" clId="{42EB1B72-EB27-4066-BF21-2F176336B0B0}" dt="2025-03-06T13:48:59.424" v="476" actId="167"/>
        <pc:sldMkLst>
          <pc:docMk/>
          <pc:sldMk cId="0" sldId="261"/>
        </pc:sldMkLst>
        <pc:spChg chg="mod">
          <ac:chgData name="pradeep yellam" userId="deec735c0b2cc8f3" providerId="LiveId" clId="{42EB1B72-EB27-4066-BF21-2F176336B0B0}" dt="2025-03-06T12:40:41.257" v="332" actId="21"/>
          <ac:spMkLst>
            <pc:docMk/>
            <pc:sldMk cId="0" sldId="261"/>
            <ac:spMk id="3" creationId="{00000000-0000-0000-0000-000000000000}"/>
          </ac:spMkLst>
        </pc:spChg>
        <pc:spChg chg="mod">
          <ac:chgData name="pradeep yellam" userId="deec735c0b2cc8f3" providerId="LiveId" clId="{42EB1B72-EB27-4066-BF21-2F176336B0B0}" dt="2025-03-06T12:26:44.104" v="227" actId="207"/>
          <ac:spMkLst>
            <pc:docMk/>
            <pc:sldMk cId="0" sldId="261"/>
            <ac:spMk id="5" creationId="{00000000-0000-0000-0000-000000000000}"/>
          </ac:spMkLst>
        </pc:spChg>
        <pc:spChg chg="mod">
          <ac:chgData name="pradeep yellam" userId="deec735c0b2cc8f3" providerId="LiveId" clId="{42EB1B72-EB27-4066-BF21-2F176336B0B0}" dt="2025-03-06T12:26:44.104" v="227" actId="207"/>
          <ac:spMkLst>
            <pc:docMk/>
            <pc:sldMk cId="0" sldId="261"/>
            <ac:spMk id="8" creationId="{00000000-0000-0000-0000-000000000000}"/>
          </ac:spMkLst>
        </pc:spChg>
        <pc:spChg chg="mod">
          <ac:chgData name="pradeep yellam" userId="deec735c0b2cc8f3" providerId="LiveId" clId="{42EB1B72-EB27-4066-BF21-2F176336B0B0}" dt="2025-03-06T12:24:47.290" v="179" actId="14100"/>
          <ac:spMkLst>
            <pc:docMk/>
            <pc:sldMk cId="0" sldId="261"/>
            <ac:spMk id="9" creationId="{00000000-0000-0000-0000-000000000000}"/>
          </ac:spMkLst>
        </pc:spChg>
        <pc:spChg chg="mod">
          <ac:chgData name="pradeep yellam" userId="deec735c0b2cc8f3" providerId="LiveId" clId="{42EB1B72-EB27-4066-BF21-2F176336B0B0}" dt="2025-03-06T12:26:44.104" v="227" actId="207"/>
          <ac:spMkLst>
            <pc:docMk/>
            <pc:sldMk cId="0" sldId="261"/>
            <ac:spMk id="11" creationId="{00000000-0000-0000-0000-000000000000}"/>
          </ac:spMkLst>
        </pc:spChg>
        <pc:spChg chg="mod">
          <ac:chgData name="pradeep yellam" userId="deec735c0b2cc8f3" providerId="LiveId" clId="{42EB1B72-EB27-4066-BF21-2F176336B0B0}" dt="2025-03-06T12:24:51.566" v="180" actId="14100"/>
          <ac:spMkLst>
            <pc:docMk/>
            <pc:sldMk cId="0" sldId="261"/>
            <ac:spMk id="13" creationId="{00000000-0000-0000-0000-000000000000}"/>
          </ac:spMkLst>
        </pc:spChg>
        <pc:spChg chg="mod">
          <ac:chgData name="pradeep yellam" userId="deec735c0b2cc8f3" providerId="LiveId" clId="{42EB1B72-EB27-4066-BF21-2F176336B0B0}" dt="2025-03-06T12:24:55.881" v="181" actId="14100"/>
          <ac:spMkLst>
            <pc:docMk/>
            <pc:sldMk cId="0" sldId="261"/>
            <ac:spMk id="14" creationId="{00000000-0000-0000-0000-000000000000}"/>
          </ac:spMkLst>
        </pc:spChg>
        <pc:spChg chg="mod">
          <ac:chgData name="pradeep yellam" userId="deec735c0b2cc8f3" providerId="LiveId" clId="{42EB1B72-EB27-4066-BF21-2F176336B0B0}" dt="2025-03-06T12:26:44.104" v="227" actId="207"/>
          <ac:spMkLst>
            <pc:docMk/>
            <pc:sldMk cId="0" sldId="261"/>
            <ac:spMk id="15" creationId="{00000000-0000-0000-0000-000000000000}"/>
          </ac:spMkLst>
        </pc:spChg>
        <pc:spChg chg="mod">
          <ac:chgData name="pradeep yellam" userId="deec735c0b2cc8f3" providerId="LiveId" clId="{42EB1B72-EB27-4066-BF21-2F176336B0B0}" dt="2025-03-06T12:26:44.104" v="227" actId="207"/>
          <ac:spMkLst>
            <pc:docMk/>
            <pc:sldMk cId="0" sldId="261"/>
            <ac:spMk id="18" creationId="{00000000-0000-0000-0000-000000000000}"/>
          </ac:spMkLst>
        </pc:spChg>
        <pc:spChg chg="mod">
          <ac:chgData name="pradeep yellam" userId="deec735c0b2cc8f3" providerId="LiveId" clId="{42EB1B72-EB27-4066-BF21-2F176336B0B0}" dt="2025-03-06T12:26:44.104" v="227" actId="207"/>
          <ac:spMkLst>
            <pc:docMk/>
            <pc:sldMk cId="0" sldId="261"/>
            <ac:spMk id="21" creationId="{00000000-0000-0000-0000-000000000000}"/>
          </ac:spMkLst>
        </pc:spChg>
        <pc:spChg chg="mod">
          <ac:chgData name="pradeep yellam" userId="deec735c0b2cc8f3" providerId="LiveId" clId="{42EB1B72-EB27-4066-BF21-2F176336B0B0}" dt="2025-03-06T12:26:44.104" v="227" actId="207"/>
          <ac:spMkLst>
            <pc:docMk/>
            <pc:sldMk cId="0" sldId="261"/>
            <ac:spMk id="22" creationId="{00000000-0000-0000-0000-000000000000}"/>
          </ac:spMkLst>
        </pc:spChg>
        <pc:spChg chg="mod">
          <ac:chgData name="pradeep yellam" userId="deec735c0b2cc8f3" providerId="LiveId" clId="{42EB1B72-EB27-4066-BF21-2F176336B0B0}" dt="2025-03-06T12:25:08.957" v="184" actId="14100"/>
          <ac:spMkLst>
            <pc:docMk/>
            <pc:sldMk cId="0" sldId="261"/>
            <ac:spMk id="23" creationId="{00000000-0000-0000-0000-000000000000}"/>
          </ac:spMkLst>
        </pc:spChg>
        <pc:spChg chg="mod">
          <ac:chgData name="pradeep yellam" userId="deec735c0b2cc8f3" providerId="LiveId" clId="{42EB1B72-EB27-4066-BF21-2F176336B0B0}" dt="2025-03-06T12:26:44.104" v="227" actId="207"/>
          <ac:spMkLst>
            <pc:docMk/>
            <pc:sldMk cId="0" sldId="261"/>
            <ac:spMk id="24" creationId="{00000000-0000-0000-0000-000000000000}"/>
          </ac:spMkLst>
        </pc:spChg>
        <pc:spChg chg="mod">
          <ac:chgData name="pradeep yellam" userId="deec735c0b2cc8f3" providerId="LiveId" clId="{42EB1B72-EB27-4066-BF21-2F176336B0B0}" dt="2025-03-06T12:26:44.104" v="227" actId="207"/>
          <ac:spMkLst>
            <pc:docMk/>
            <pc:sldMk cId="0" sldId="261"/>
            <ac:spMk id="25" creationId="{00000000-0000-0000-0000-000000000000}"/>
          </ac:spMkLst>
        </pc:spChg>
        <pc:picChg chg="add del mod">
          <ac:chgData name="pradeep yellam" userId="deec735c0b2cc8f3" providerId="LiveId" clId="{42EB1B72-EB27-4066-BF21-2F176336B0B0}" dt="2025-03-06T13:48:56.618" v="474" actId="478"/>
          <ac:picMkLst>
            <pc:docMk/>
            <pc:sldMk cId="0" sldId="261"/>
            <ac:picMk id="2" creationId="{BAA3C0C0-7CBE-E63A-2C90-122CD3EE9F47}"/>
          </ac:picMkLst>
        </pc:picChg>
        <pc:picChg chg="add mod ord">
          <ac:chgData name="pradeep yellam" userId="deec735c0b2cc8f3" providerId="LiveId" clId="{42EB1B72-EB27-4066-BF21-2F176336B0B0}" dt="2025-03-06T13:48:59.424" v="476" actId="167"/>
          <ac:picMkLst>
            <pc:docMk/>
            <pc:sldMk cId="0" sldId="261"/>
            <ac:picMk id="19" creationId="{A353951C-B094-EADC-D83C-EA3E67149E5E}"/>
          </ac:picMkLst>
        </pc:picChg>
      </pc:sldChg>
      <pc:sldChg chg="addSp delSp modSp mod">
        <pc:chgData name="pradeep yellam" userId="deec735c0b2cc8f3" providerId="LiveId" clId="{42EB1B72-EB27-4066-BF21-2F176336B0B0}" dt="2025-03-06T13:49:04.820" v="479" actId="167"/>
        <pc:sldMkLst>
          <pc:docMk/>
          <pc:sldMk cId="0" sldId="262"/>
        </pc:sldMkLst>
        <pc:spChg chg="mod">
          <ac:chgData name="pradeep yellam" userId="deec735c0b2cc8f3" providerId="LiveId" clId="{42EB1B72-EB27-4066-BF21-2F176336B0B0}" dt="2025-03-06T12:22:22.729" v="80" actId="14100"/>
          <ac:spMkLst>
            <pc:docMk/>
            <pc:sldMk cId="0" sldId="262"/>
            <ac:spMk id="2" creationId="{00000000-0000-0000-0000-000000000000}"/>
          </ac:spMkLst>
        </pc:spChg>
        <pc:spChg chg="mod">
          <ac:chgData name="pradeep yellam" userId="deec735c0b2cc8f3" providerId="LiveId" clId="{42EB1B72-EB27-4066-BF21-2F176336B0B0}" dt="2025-03-06T12:26:38.609" v="226" actId="207"/>
          <ac:spMkLst>
            <pc:docMk/>
            <pc:sldMk cId="0" sldId="262"/>
            <ac:spMk id="5" creationId="{00000000-0000-0000-0000-000000000000}"/>
          </ac:spMkLst>
        </pc:spChg>
        <pc:spChg chg="mod">
          <ac:chgData name="pradeep yellam" userId="deec735c0b2cc8f3" providerId="LiveId" clId="{42EB1B72-EB27-4066-BF21-2F176336B0B0}" dt="2025-03-06T12:26:38.609" v="226" actId="207"/>
          <ac:spMkLst>
            <pc:docMk/>
            <pc:sldMk cId="0" sldId="262"/>
            <ac:spMk id="7" creationId="{00000000-0000-0000-0000-000000000000}"/>
          </ac:spMkLst>
        </pc:spChg>
        <pc:spChg chg="mod">
          <ac:chgData name="pradeep yellam" userId="deec735c0b2cc8f3" providerId="LiveId" clId="{42EB1B72-EB27-4066-BF21-2F176336B0B0}" dt="2025-03-06T12:26:38.609" v="226" actId="207"/>
          <ac:spMkLst>
            <pc:docMk/>
            <pc:sldMk cId="0" sldId="262"/>
            <ac:spMk id="10" creationId="{00000000-0000-0000-0000-000000000000}"/>
          </ac:spMkLst>
        </pc:spChg>
        <pc:spChg chg="mod">
          <ac:chgData name="pradeep yellam" userId="deec735c0b2cc8f3" providerId="LiveId" clId="{42EB1B72-EB27-4066-BF21-2F176336B0B0}" dt="2025-03-06T12:26:38.609" v="226" actId="207"/>
          <ac:spMkLst>
            <pc:docMk/>
            <pc:sldMk cId="0" sldId="262"/>
            <ac:spMk id="11" creationId="{00000000-0000-0000-0000-000000000000}"/>
          </ac:spMkLst>
        </pc:spChg>
        <pc:spChg chg="mod">
          <ac:chgData name="pradeep yellam" userId="deec735c0b2cc8f3" providerId="LiveId" clId="{42EB1B72-EB27-4066-BF21-2F176336B0B0}" dt="2025-03-06T12:26:38.609" v="226" actId="207"/>
          <ac:spMkLst>
            <pc:docMk/>
            <pc:sldMk cId="0" sldId="262"/>
            <ac:spMk id="13" creationId="{00000000-0000-0000-0000-000000000000}"/>
          </ac:spMkLst>
        </pc:spChg>
        <pc:spChg chg="mod">
          <ac:chgData name="pradeep yellam" userId="deec735c0b2cc8f3" providerId="LiveId" clId="{42EB1B72-EB27-4066-BF21-2F176336B0B0}" dt="2025-03-06T12:26:38.609" v="226" actId="207"/>
          <ac:spMkLst>
            <pc:docMk/>
            <pc:sldMk cId="0" sldId="262"/>
            <ac:spMk id="14" creationId="{00000000-0000-0000-0000-000000000000}"/>
          </ac:spMkLst>
        </pc:spChg>
        <pc:spChg chg="mod">
          <ac:chgData name="pradeep yellam" userId="deec735c0b2cc8f3" providerId="LiveId" clId="{42EB1B72-EB27-4066-BF21-2F176336B0B0}" dt="2025-03-06T12:26:38.609" v="226" actId="207"/>
          <ac:spMkLst>
            <pc:docMk/>
            <pc:sldMk cId="0" sldId="262"/>
            <ac:spMk id="16" creationId="{00000000-0000-0000-0000-000000000000}"/>
          </ac:spMkLst>
        </pc:spChg>
        <pc:spChg chg="mod">
          <ac:chgData name="pradeep yellam" userId="deec735c0b2cc8f3" providerId="LiveId" clId="{42EB1B72-EB27-4066-BF21-2F176336B0B0}" dt="2025-03-06T12:26:38.609" v="226" actId="207"/>
          <ac:spMkLst>
            <pc:docMk/>
            <pc:sldMk cId="0" sldId="262"/>
            <ac:spMk id="19" creationId="{00000000-0000-0000-0000-000000000000}"/>
          </ac:spMkLst>
        </pc:spChg>
        <pc:spChg chg="mod">
          <ac:chgData name="pradeep yellam" userId="deec735c0b2cc8f3" providerId="LiveId" clId="{42EB1B72-EB27-4066-BF21-2F176336B0B0}" dt="2025-03-06T12:26:38.609" v="226" actId="207"/>
          <ac:spMkLst>
            <pc:docMk/>
            <pc:sldMk cId="0" sldId="262"/>
            <ac:spMk id="20" creationId="{00000000-0000-0000-0000-000000000000}"/>
          </ac:spMkLst>
        </pc:spChg>
        <pc:spChg chg="mod">
          <ac:chgData name="pradeep yellam" userId="deec735c0b2cc8f3" providerId="LiveId" clId="{42EB1B72-EB27-4066-BF21-2F176336B0B0}" dt="2025-03-06T12:26:38.609" v="226" actId="207"/>
          <ac:spMkLst>
            <pc:docMk/>
            <pc:sldMk cId="0" sldId="262"/>
            <ac:spMk id="21" creationId="{00000000-0000-0000-0000-000000000000}"/>
          </ac:spMkLst>
        </pc:spChg>
        <pc:picChg chg="add del mod">
          <ac:chgData name="pradeep yellam" userId="deec735c0b2cc8f3" providerId="LiveId" clId="{42EB1B72-EB27-4066-BF21-2F176336B0B0}" dt="2025-03-06T13:49:02.154" v="477" actId="478"/>
          <ac:picMkLst>
            <pc:docMk/>
            <pc:sldMk cId="0" sldId="262"/>
            <ac:picMk id="22" creationId="{03D1C8A6-1728-945C-CF3E-C35CDBAA3AAD}"/>
          </ac:picMkLst>
        </pc:picChg>
        <pc:picChg chg="add mod ord">
          <ac:chgData name="pradeep yellam" userId="deec735c0b2cc8f3" providerId="LiveId" clId="{42EB1B72-EB27-4066-BF21-2F176336B0B0}" dt="2025-03-06T13:49:04.820" v="479" actId="167"/>
          <ac:picMkLst>
            <pc:docMk/>
            <pc:sldMk cId="0" sldId="262"/>
            <ac:picMk id="23" creationId="{B8D3C70B-3907-CF35-A52A-809830AFDF70}"/>
          </ac:picMkLst>
        </pc:picChg>
      </pc:sldChg>
      <pc:sldChg chg="addSp delSp modSp mod">
        <pc:chgData name="pradeep yellam" userId="deec735c0b2cc8f3" providerId="LiveId" clId="{42EB1B72-EB27-4066-BF21-2F176336B0B0}" dt="2025-03-06T13:49:25.241" v="488" actId="167"/>
        <pc:sldMkLst>
          <pc:docMk/>
          <pc:sldMk cId="0" sldId="264"/>
        </pc:sldMkLst>
        <pc:spChg chg="mod">
          <ac:chgData name="pradeep yellam" userId="deec735c0b2cc8f3" providerId="LiveId" clId="{42EB1B72-EB27-4066-BF21-2F176336B0B0}" dt="2025-03-06T12:26:20.075" v="225" actId="207"/>
          <ac:spMkLst>
            <pc:docMk/>
            <pc:sldMk cId="0" sldId="264"/>
            <ac:spMk id="4" creationId="{00000000-0000-0000-0000-000000000000}"/>
          </ac:spMkLst>
        </pc:spChg>
        <pc:spChg chg="mod">
          <ac:chgData name="pradeep yellam" userId="deec735c0b2cc8f3" providerId="LiveId" clId="{42EB1B72-EB27-4066-BF21-2F176336B0B0}" dt="2025-03-06T12:26:20.075" v="225" actId="207"/>
          <ac:spMkLst>
            <pc:docMk/>
            <pc:sldMk cId="0" sldId="264"/>
            <ac:spMk id="5" creationId="{00000000-0000-0000-0000-000000000000}"/>
          </ac:spMkLst>
        </pc:spChg>
        <pc:spChg chg="mod">
          <ac:chgData name="pradeep yellam" userId="deec735c0b2cc8f3" providerId="LiveId" clId="{42EB1B72-EB27-4066-BF21-2F176336B0B0}" dt="2025-03-06T12:26:20.075" v="225" actId="207"/>
          <ac:spMkLst>
            <pc:docMk/>
            <pc:sldMk cId="0" sldId="264"/>
            <ac:spMk id="6" creationId="{00000000-0000-0000-0000-000000000000}"/>
          </ac:spMkLst>
        </pc:spChg>
        <pc:spChg chg="mod">
          <ac:chgData name="pradeep yellam" userId="deec735c0b2cc8f3" providerId="LiveId" clId="{42EB1B72-EB27-4066-BF21-2F176336B0B0}" dt="2025-03-06T12:26:20.075" v="225" actId="207"/>
          <ac:spMkLst>
            <pc:docMk/>
            <pc:sldMk cId="0" sldId="264"/>
            <ac:spMk id="7" creationId="{00000000-0000-0000-0000-000000000000}"/>
          </ac:spMkLst>
        </pc:spChg>
        <pc:spChg chg="mod">
          <ac:chgData name="pradeep yellam" userId="deec735c0b2cc8f3" providerId="LiveId" clId="{42EB1B72-EB27-4066-BF21-2F176336B0B0}" dt="2025-03-06T12:26:20.075" v="225" actId="207"/>
          <ac:spMkLst>
            <pc:docMk/>
            <pc:sldMk cId="0" sldId="264"/>
            <ac:spMk id="9" creationId="{00000000-0000-0000-0000-000000000000}"/>
          </ac:spMkLst>
        </pc:spChg>
        <pc:spChg chg="mod">
          <ac:chgData name="pradeep yellam" userId="deec735c0b2cc8f3" providerId="LiveId" clId="{42EB1B72-EB27-4066-BF21-2F176336B0B0}" dt="2025-03-06T12:26:20.075" v="225" actId="207"/>
          <ac:spMkLst>
            <pc:docMk/>
            <pc:sldMk cId="0" sldId="264"/>
            <ac:spMk id="10" creationId="{00000000-0000-0000-0000-000000000000}"/>
          </ac:spMkLst>
        </pc:spChg>
        <pc:spChg chg="mod">
          <ac:chgData name="pradeep yellam" userId="deec735c0b2cc8f3" providerId="LiveId" clId="{42EB1B72-EB27-4066-BF21-2F176336B0B0}" dt="2025-03-06T12:26:20.075" v="225" actId="207"/>
          <ac:spMkLst>
            <pc:docMk/>
            <pc:sldMk cId="0" sldId="264"/>
            <ac:spMk id="11" creationId="{00000000-0000-0000-0000-000000000000}"/>
          </ac:spMkLst>
        </pc:spChg>
        <pc:spChg chg="mod">
          <ac:chgData name="pradeep yellam" userId="deec735c0b2cc8f3" providerId="LiveId" clId="{42EB1B72-EB27-4066-BF21-2F176336B0B0}" dt="2025-03-06T12:26:20.075" v="225" actId="207"/>
          <ac:spMkLst>
            <pc:docMk/>
            <pc:sldMk cId="0" sldId="264"/>
            <ac:spMk id="12" creationId="{00000000-0000-0000-0000-000000000000}"/>
          </ac:spMkLst>
        </pc:spChg>
        <pc:spChg chg="mod">
          <ac:chgData name="pradeep yellam" userId="deec735c0b2cc8f3" providerId="LiveId" clId="{42EB1B72-EB27-4066-BF21-2F176336B0B0}" dt="2025-03-06T12:26:20.075" v="225" actId="207"/>
          <ac:spMkLst>
            <pc:docMk/>
            <pc:sldMk cId="0" sldId="264"/>
            <ac:spMk id="14" creationId="{00000000-0000-0000-0000-000000000000}"/>
          </ac:spMkLst>
        </pc:spChg>
        <pc:spChg chg="mod">
          <ac:chgData name="pradeep yellam" userId="deec735c0b2cc8f3" providerId="LiveId" clId="{42EB1B72-EB27-4066-BF21-2F176336B0B0}" dt="2025-03-06T12:26:20.075" v="225" actId="207"/>
          <ac:spMkLst>
            <pc:docMk/>
            <pc:sldMk cId="0" sldId="264"/>
            <ac:spMk id="15" creationId="{00000000-0000-0000-0000-000000000000}"/>
          </ac:spMkLst>
        </pc:spChg>
        <pc:picChg chg="mod">
          <ac:chgData name="pradeep yellam" userId="deec735c0b2cc8f3" providerId="LiveId" clId="{42EB1B72-EB27-4066-BF21-2F176336B0B0}" dt="2025-03-06T11:57:42.354" v="53"/>
          <ac:picMkLst>
            <pc:docMk/>
            <pc:sldMk cId="0" sldId="264"/>
            <ac:picMk id="3" creationId="{00000000-0000-0000-0000-000000000000}"/>
          </ac:picMkLst>
        </pc:picChg>
        <pc:picChg chg="mod">
          <ac:chgData name="pradeep yellam" userId="deec735c0b2cc8f3" providerId="LiveId" clId="{42EB1B72-EB27-4066-BF21-2F176336B0B0}" dt="2025-03-06T11:57:46.543" v="54"/>
          <ac:picMkLst>
            <pc:docMk/>
            <pc:sldMk cId="0" sldId="264"/>
            <ac:picMk id="8" creationId="{00000000-0000-0000-0000-000000000000}"/>
          </ac:picMkLst>
        </pc:picChg>
        <pc:picChg chg="mod">
          <ac:chgData name="pradeep yellam" userId="deec735c0b2cc8f3" providerId="LiveId" clId="{42EB1B72-EB27-4066-BF21-2F176336B0B0}" dt="2025-03-06T11:57:51.929" v="55"/>
          <ac:picMkLst>
            <pc:docMk/>
            <pc:sldMk cId="0" sldId="264"/>
            <ac:picMk id="13" creationId="{00000000-0000-0000-0000-000000000000}"/>
          </ac:picMkLst>
        </pc:picChg>
        <pc:picChg chg="add del mod">
          <ac:chgData name="pradeep yellam" userId="deec735c0b2cc8f3" providerId="LiveId" clId="{42EB1B72-EB27-4066-BF21-2F176336B0B0}" dt="2025-03-06T13:49:21.867" v="486" actId="478"/>
          <ac:picMkLst>
            <pc:docMk/>
            <pc:sldMk cId="0" sldId="264"/>
            <ac:picMk id="17" creationId="{FF84BBEB-02A7-B16E-2AF8-7247C963FBD5}"/>
          </ac:picMkLst>
        </pc:picChg>
        <pc:picChg chg="add mod ord">
          <ac:chgData name="pradeep yellam" userId="deec735c0b2cc8f3" providerId="LiveId" clId="{42EB1B72-EB27-4066-BF21-2F176336B0B0}" dt="2025-03-06T13:49:25.241" v="488" actId="167"/>
          <ac:picMkLst>
            <pc:docMk/>
            <pc:sldMk cId="0" sldId="264"/>
            <ac:picMk id="18" creationId="{44AECA05-06C3-8C62-F863-80C3FC8F6D3F}"/>
          </ac:picMkLst>
        </pc:picChg>
      </pc:sldChg>
      <pc:sldChg chg="addSp delSp modSp mod">
        <pc:chgData name="pradeep yellam" userId="deec735c0b2cc8f3" providerId="LiveId" clId="{42EB1B72-EB27-4066-BF21-2F176336B0B0}" dt="2025-03-06T13:47:40.775" v="451" actId="167"/>
        <pc:sldMkLst>
          <pc:docMk/>
          <pc:sldMk cId="0" sldId="265"/>
        </pc:sldMkLst>
        <pc:spChg chg="mod">
          <ac:chgData name="pradeep yellam" userId="deec735c0b2cc8f3" providerId="LiveId" clId="{42EB1B72-EB27-4066-BF21-2F176336B0B0}" dt="2025-03-06T13:47:04.655" v="445" actId="2711"/>
          <ac:spMkLst>
            <pc:docMk/>
            <pc:sldMk cId="0" sldId="265"/>
            <ac:spMk id="12" creationId="{00000000-0000-0000-0000-000000000000}"/>
          </ac:spMkLst>
        </pc:spChg>
        <pc:picChg chg="add del mod">
          <ac:chgData name="pradeep yellam" userId="deec735c0b2cc8f3" providerId="LiveId" clId="{42EB1B72-EB27-4066-BF21-2F176336B0B0}" dt="2025-03-06T13:46:55.446" v="444" actId="478"/>
          <ac:picMkLst>
            <pc:docMk/>
            <pc:sldMk cId="0" sldId="265"/>
            <ac:picMk id="7" creationId="{8E16BC28-A421-A87E-6EBB-FABDB5205692}"/>
          </ac:picMkLst>
        </pc:picChg>
        <pc:picChg chg="add del mod ord">
          <ac:chgData name="pradeep yellam" userId="deec735c0b2cc8f3" providerId="LiveId" clId="{42EB1B72-EB27-4066-BF21-2F176336B0B0}" dt="2025-03-06T13:39:40.652" v="442"/>
          <ac:picMkLst>
            <pc:docMk/>
            <pc:sldMk cId="0" sldId="265"/>
            <ac:picMk id="10" creationId="{9AF7C98C-941F-9BCF-A0CD-B26C05B3A9C7}"/>
          </ac:picMkLst>
        </pc:picChg>
        <pc:picChg chg="add mod ord">
          <ac:chgData name="pradeep yellam" userId="deec735c0b2cc8f3" providerId="LiveId" clId="{42EB1B72-EB27-4066-BF21-2F176336B0B0}" dt="2025-03-06T13:47:40.775" v="451" actId="167"/>
          <ac:picMkLst>
            <pc:docMk/>
            <pc:sldMk cId="0" sldId="265"/>
            <ac:picMk id="14" creationId="{6640CB6D-4C86-71C9-848A-1165C1AF2DEA}"/>
          </ac:picMkLst>
        </pc:picChg>
        <pc:picChg chg="del">
          <ac:chgData name="pradeep yellam" userId="deec735c0b2cc8f3" providerId="LiveId" clId="{42EB1B72-EB27-4066-BF21-2F176336B0B0}" dt="2025-03-06T11:41:14.949" v="13" actId="478"/>
          <ac:picMkLst>
            <pc:docMk/>
            <pc:sldMk cId="0" sldId="265"/>
            <ac:picMk id="20482" creationId="{00000000-0000-0000-0000-000000000000}"/>
          </ac:picMkLst>
        </pc:picChg>
      </pc:sldChg>
      <pc:sldChg chg="addSp delSp modSp mod">
        <pc:chgData name="pradeep yellam" userId="deec735c0b2cc8f3" providerId="LiveId" clId="{42EB1B72-EB27-4066-BF21-2F176336B0B0}" dt="2025-03-06T13:47:55.301" v="454" actId="167"/>
        <pc:sldMkLst>
          <pc:docMk/>
          <pc:sldMk cId="0" sldId="266"/>
        </pc:sldMkLst>
        <pc:spChg chg="add del mod">
          <ac:chgData name="pradeep yellam" userId="deec735c0b2cc8f3" providerId="LiveId" clId="{42EB1B72-EB27-4066-BF21-2F176336B0B0}" dt="2025-03-06T13:34:14.077" v="411" actId="478"/>
          <ac:spMkLst>
            <pc:docMk/>
            <pc:sldMk cId="0" sldId="266"/>
            <ac:spMk id="2" creationId="{5DDF016C-59FF-D0B9-B644-5D64A970894A}"/>
          </ac:spMkLst>
        </pc:spChg>
        <pc:spChg chg="mod">
          <ac:chgData name="pradeep yellam" userId="deec735c0b2cc8f3" providerId="LiveId" clId="{42EB1B72-EB27-4066-BF21-2F176336B0B0}" dt="2025-03-06T12:27:49.706" v="238" actId="113"/>
          <ac:spMkLst>
            <pc:docMk/>
            <pc:sldMk cId="0" sldId="266"/>
            <ac:spMk id="3" creationId="{00000000-0000-0000-0000-000000000000}"/>
          </ac:spMkLst>
        </pc:spChg>
        <pc:spChg chg="add mod">
          <ac:chgData name="pradeep yellam" userId="deec735c0b2cc8f3" providerId="LiveId" clId="{42EB1B72-EB27-4066-BF21-2F176336B0B0}" dt="2025-03-06T12:36:21.169" v="267"/>
          <ac:spMkLst>
            <pc:docMk/>
            <pc:sldMk cId="0" sldId="266"/>
            <ac:spMk id="4" creationId="{482706A0-F1A1-36D5-B3F1-EDE911042A7F}"/>
          </ac:spMkLst>
        </pc:spChg>
        <pc:spChg chg="add">
          <ac:chgData name="pradeep yellam" userId="deec735c0b2cc8f3" providerId="LiveId" clId="{42EB1B72-EB27-4066-BF21-2F176336B0B0}" dt="2025-03-06T11:38:50.141" v="2"/>
          <ac:spMkLst>
            <pc:docMk/>
            <pc:sldMk cId="0" sldId="266"/>
            <ac:spMk id="4" creationId="{9810A4F3-3F27-5FEA-55F6-3F08D17A83B2}"/>
          </ac:spMkLst>
        </pc:spChg>
        <pc:spChg chg="add mod">
          <ac:chgData name="pradeep yellam" userId="deec735c0b2cc8f3" providerId="LiveId" clId="{42EB1B72-EB27-4066-BF21-2F176336B0B0}" dt="2025-03-06T11:39:09.397" v="5" actId="14100"/>
          <ac:spMkLst>
            <pc:docMk/>
            <pc:sldMk cId="0" sldId="266"/>
            <ac:spMk id="5" creationId="{351DAE15-7283-4EB2-6324-2AC0EB4D06E5}"/>
          </ac:spMkLst>
        </pc:spChg>
        <pc:spChg chg="add mod">
          <ac:chgData name="pradeep yellam" userId="deec735c0b2cc8f3" providerId="LiveId" clId="{42EB1B72-EB27-4066-BF21-2F176336B0B0}" dt="2025-03-06T12:36:30.460" v="268"/>
          <ac:spMkLst>
            <pc:docMk/>
            <pc:sldMk cId="0" sldId="266"/>
            <ac:spMk id="5" creationId="{F4DD3814-67AE-9C02-B80B-27D1503646B2}"/>
          </ac:spMkLst>
        </pc:spChg>
        <pc:picChg chg="del">
          <ac:chgData name="pradeep yellam" userId="deec735c0b2cc8f3" providerId="LiveId" clId="{42EB1B72-EB27-4066-BF21-2F176336B0B0}" dt="2025-03-06T11:38:43.126" v="1" actId="478"/>
          <ac:picMkLst>
            <pc:docMk/>
            <pc:sldMk cId="0" sldId="266"/>
            <ac:picMk id="2" creationId="{00000000-0000-0000-0000-000000000000}"/>
          </ac:picMkLst>
        </pc:picChg>
        <pc:picChg chg="add mod ord">
          <ac:chgData name="pradeep yellam" userId="deec735c0b2cc8f3" providerId="LiveId" clId="{42EB1B72-EB27-4066-BF21-2F176336B0B0}" dt="2025-03-06T13:34:13.053" v="410" actId="167"/>
          <ac:picMkLst>
            <pc:docMk/>
            <pc:sldMk cId="0" sldId="266"/>
            <ac:picMk id="4" creationId="{3CDB43C9-23F4-F856-0F72-A26E8E3F67FF}"/>
          </ac:picMkLst>
        </pc:picChg>
        <pc:picChg chg="add mod ord">
          <ac:chgData name="pradeep yellam" userId="deec735c0b2cc8f3" providerId="LiveId" clId="{42EB1B72-EB27-4066-BF21-2F176336B0B0}" dt="2025-03-06T13:36:01.169" v="420" actId="167"/>
          <ac:picMkLst>
            <pc:docMk/>
            <pc:sldMk cId="0" sldId="266"/>
            <ac:picMk id="5" creationId="{36110906-2074-8514-C686-89EE0C7B4DB4}"/>
          </ac:picMkLst>
        </pc:picChg>
        <pc:picChg chg="add mod ord">
          <ac:chgData name="pradeep yellam" userId="deec735c0b2cc8f3" providerId="LiveId" clId="{42EB1B72-EB27-4066-BF21-2F176336B0B0}" dt="2025-03-06T13:47:55.301" v="454" actId="167"/>
          <ac:picMkLst>
            <pc:docMk/>
            <pc:sldMk cId="0" sldId="266"/>
            <ac:picMk id="6" creationId="{2AC53411-51F2-EA4E-99C2-7F1D314BE03E}"/>
          </ac:picMkLst>
        </pc:picChg>
        <pc:picChg chg="add del">
          <ac:chgData name="pradeep yellam" userId="deec735c0b2cc8f3" providerId="LiveId" clId="{42EB1B72-EB27-4066-BF21-2F176336B0B0}" dt="2025-03-06T11:40:49.069" v="8" actId="478"/>
          <ac:picMkLst>
            <pc:docMk/>
            <pc:sldMk cId="0" sldId="266"/>
            <ac:picMk id="1030" creationId="{2495484A-2206-9A86-EF80-5A03D83D7DAB}"/>
          </ac:picMkLst>
        </pc:picChg>
        <pc:picChg chg="add del mod">
          <ac:chgData name="pradeep yellam" userId="deec735c0b2cc8f3" providerId="LiveId" clId="{42EB1B72-EB27-4066-BF21-2F176336B0B0}" dt="2025-03-06T13:47:51.821" v="452" actId="478"/>
          <ac:picMkLst>
            <pc:docMk/>
            <pc:sldMk cId="0" sldId="266"/>
            <ac:picMk id="1032" creationId="{410C324A-4BF8-E4B7-8575-5D92ECE0EB68}"/>
          </ac:picMkLst>
        </pc:picChg>
      </pc:sldChg>
      <pc:sldChg chg="del">
        <pc:chgData name="pradeep yellam" userId="deec735c0b2cc8f3" providerId="LiveId" clId="{42EB1B72-EB27-4066-BF21-2F176336B0B0}" dt="2025-03-06T11:38:38.172" v="0" actId="47"/>
        <pc:sldMkLst>
          <pc:docMk/>
          <pc:sldMk cId="0" sldId="267"/>
        </pc:sldMkLst>
      </pc:sldChg>
      <pc:sldChg chg="addSp delSp modSp mod">
        <pc:chgData name="pradeep yellam" userId="deec735c0b2cc8f3" providerId="LiveId" clId="{42EB1B72-EB27-4066-BF21-2F176336B0B0}" dt="2025-03-06T13:48:08.547" v="457" actId="167"/>
        <pc:sldMkLst>
          <pc:docMk/>
          <pc:sldMk cId="0" sldId="268"/>
        </pc:sldMkLst>
        <pc:spChg chg="mod">
          <ac:chgData name="pradeep yellam" userId="deec735c0b2cc8f3" providerId="LiveId" clId="{42EB1B72-EB27-4066-BF21-2F176336B0B0}" dt="2025-03-06T11:48:48.222" v="23" actId="20577"/>
          <ac:spMkLst>
            <pc:docMk/>
            <pc:sldMk cId="0" sldId="268"/>
            <ac:spMk id="4" creationId="{00000000-0000-0000-0000-000000000000}"/>
          </ac:spMkLst>
        </pc:spChg>
        <pc:picChg chg="del">
          <ac:chgData name="pradeep yellam" userId="deec735c0b2cc8f3" providerId="LiveId" clId="{42EB1B72-EB27-4066-BF21-2F176336B0B0}" dt="2025-03-06T11:43:05.592" v="18" actId="478"/>
          <ac:picMkLst>
            <pc:docMk/>
            <pc:sldMk cId="0" sldId="268"/>
            <ac:picMk id="2" creationId="{00000000-0000-0000-0000-000000000000}"/>
          </ac:picMkLst>
        </pc:picChg>
        <pc:picChg chg="add mod ord">
          <ac:chgData name="pradeep yellam" userId="deec735c0b2cc8f3" providerId="LiveId" clId="{42EB1B72-EB27-4066-BF21-2F176336B0B0}" dt="2025-03-06T13:36:00.326" v="418" actId="167"/>
          <ac:picMkLst>
            <pc:docMk/>
            <pc:sldMk cId="0" sldId="268"/>
            <ac:picMk id="2" creationId="{C4DE2BAE-EC26-C7E0-0B90-C514A234BB8C}"/>
          </ac:picMkLst>
        </pc:picChg>
        <pc:picChg chg="add mod">
          <ac:chgData name="pradeep yellam" userId="deec735c0b2cc8f3" providerId="LiveId" clId="{42EB1B72-EB27-4066-BF21-2F176336B0B0}" dt="2025-03-06T11:43:06.568" v="19"/>
          <ac:picMkLst>
            <pc:docMk/>
            <pc:sldMk cId="0" sldId="268"/>
            <ac:picMk id="5" creationId="{730C726F-45CA-FF5E-D820-1F82FCD44296}"/>
          </ac:picMkLst>
        </pc:picChg>
        <pc:picChg chg="add mod ord">
          <ac:chgData name="pradeep yellam" userId="deec735c0b2cc8f3" providerId="LiveId" clId="{42EB1B72-EB27-4066-BF21-2F176336B0B0}" dt="2025-03-06T13:48:08.547" v="457" actId="167"/>
          <ac:picMkLst>
            <pc:docMk/>
            <pc:sldMk cId="0" sldId="268"/>
            <ac:picMk id="5" creationId="{E7CAC118-08E8-F1B6-ADB1-E482BBD77813}"/>
          </ac:picMkLst>
        </pc:picChg>
        <pc:picChg chg="add del ord">
          <ac:chgData name="pradeep yellam" userId="deec735c0b2cc8f3" providerId="LiveId" clId="{42EB1B72-EB27-4066-BF21-2F176336B0B0}" dt="2025-03-06T13:48:01.453" v="455" actId="478"/>
          <ac:picMkLst>
            <pc:docMk/>
            <pc:sldMk cId="0" sldId="268"/>
            <ac:picMk id="6" creationId="{C03474DC-DF38-7C1D-2730-3732CD5F90F0}"/>
          </ac:picMkLst>
        </pc:picChg>
      </pc:sldChg>
      <pc:sldChg chg="addSp delSp modSp mod">
        <pc:chgData name="pradeep yellam" userId="deec735c0b2cc8f3" providerId="LiveId" clId="{42EB1B72-EB27-4066-BF21-2F176336B0B0}" dt="2025-03-06T13:48:17.312" v="460" actId="167"/>
        <pc:sldMkLst>
          <pc:docMk/>
          <pc:sldMk cId="0" sldId="269"/>
        </pc:sldMkLst>
        <pc:picChg chg="add del mod ord">
          <ac:chgData name="pradeep yellam" userId="deec735c0b2cc8f3" providerId="LiveId" clId="{42EB1B72-EB27-4066-BF21-2F176336B0B0}" dt="2025-03-06T13:48:13.041" v="458" actId="478"/>
          <ac:picMkLst>
            <pc:docMk/>
            <pc:sldMk cId="0" sldId="269"/>
            <ac:picMk id="2" creationId="{023B3347-6A3E-F280-9D44-19D3E4C00C3A}"/>
          </ac:picMkLst>
        </pc:picChg>
        <pc:picChg chg="add mod ord">
          <ac:chgData name="pradeep yellam" userId="deec735c0b2cc8f3" providerId="LiveId" clId="{42EB1B72-EB27-4066-BF21-2F176336B0B0}" dt="2025-03-06T13:48:17.312" v="460" actId="167"/>
          <ac:picMkLst>
            <pc:docMk/>
            <pc:sldMk cId="0" sldId="269"/>
            <ac:picMk id="6" creationId="{12FC8575-6803-DCB0-FA04-2817391C6F2A}"/>
          </ac:picMkLst>
        </pc:picChg>
      </pc:sldChg>
      <pc:sldChg chg="add del">
        <pc:chgData name="pradeep yellam" userId="deec735c0b2cc8f3" providerId="LiveId" clId="{42EB1B72-EB27-4066-BF21-2F176336B0B0}" dt="2025-03-06T11:55:24.113" v="40"/>
        <pc:sldMkLst>
          <pc:docMk/>
          <pc:sldMk cId="147162301" sldId="270"/>
        </pc:sldMkLst>
      </pc:sldChg>
      <pc:sldChg chg="addSp delSp modSp add mod">
        <pc:chgData name="pradeep yellam" userId="deec735c0b2cc8f3" providerId="LiveId" clId="{42EB1B72-EB27-4066-BF21-2F176336B0B0}" dt="2025-03-06T13:49:11.457" v="482" actId="167"/>
        <pc:sldMkLst>
          <pc:docMk/>
          <pc:sldMk cId="396137029" sldId="270"/>
        </pc:sldMkLst>
        <pc:spChg chg="del">
          <ac:chgData name="pradeep yellam" userId="deec735c0b2cc8f3" providerId="LiveId" clId="{42EB1B72-EB27-4066-BF21-2F176336B0B0}" dt="2025-03-06T12:20:15.630" v="62" actId="478"/>
          <ac:spMkLst>
            <pc:docMk/>
            <pc:sldMk cId="396137029" sldId="270"/>
            <ac:spMk id="2" creationId="{7C8DE084-3DEF-10A8-B8AF-875514AC1C98}"/>
          </ac:spMkLst>
        </pc:spChg>
        <pc:spChg chg="del">
          <ac:chgData name="pradeep yellam" userId="deec735c0b2cc8f3" providerId="LiveId" clId="{42EB1B72-EB27-4066-BF21-2F176336B0B0}" dt="2025-03-06T12:20:15.630" v="62" actId="478"/>
          <ac:spMkLst>
            <pc:docMk/>
            <pc:sldMk cId="396137029" sldId="270"/>
            <ac:spMk id="4" creationId="{DBCF7370-EA1F-7D62-74DD-3F42B0F30C6B}"/>
          </ac:spMkLst>
        </pc:spChg>
        <pc:spChg chg="del">
          <ac:chgData name="pradeep yellam" userId="deec735c0b2cc8f3" providerId="LiveId" clId="{42EB1B72-EB27-4066-BF21-2F176336B0B0}" dt="2025-03-06T12:20:15.630" v="62" actId="478"/>
          <ac:spMkLst>
            <pc:docMk/>
            <pc:sldMk cId="396137029" sldId="270"/>
            <ac:spMk id="5" creationId="{12D0557B-671C-1998-3E51-B4D14B555456}"/>
          </ac:spMkLst>
        </pc:spChg>
        <pc:spChg chg="del">
          <ac:chgData name="pradeep yellam" userId="deec735c0b2cc8f3" providerId="LiveId" clId="{42EB1B72-EB27-4066-BF21-2F176336B0B0}" dt="2025-03-06T12:20:15.630" v="62" actId="478"/>
          <ac:spMkLst>
            <pc:docMk/>
            <pc:sldMk cId="396137029" sldId="270"/>
            <ac:spMk id="8" creationId="{7D4FDB96-617E-0DC4-697E-91E2680703FD}"/>
          </ac:spMkLst>
        </pc:spChg>
        <pc:spChg chg="del">
          <ac:chgData name="pradeep yellam" userId="deec735c0b2cc8f3" providerId="LiveId" clId="{42EB1B72-EB27-4066-BF21-2F176336B0B0}" dt="2025-03-06T12:20:15.630" v="62" actId="478"/>
          <ac:spMkLst>
            <pc:docMk/>
            <pc:sldMk cId="396137029" sldId="270"/>
            <ac:spMk id="11" creationId="{92497432-AB2A-C5AC-8DED-17EB5A1FED32}"/>
          </ac:spMkLst>
        </pc:spChg>
        <pc:spChg chg="del">
          <ac:chgData name="pradeep yellam" userId="deec735c0b2cc8f3" providerId="LiveId" clId="{42EB1B72-EB27-4066-BF21-2F176336B0B0}" dt="2025-03-06T12:20:15.630" v="62" actId="478"/>
          <ac:spMkLst>
            <pc:docMk/>
            <pc:sldMk cId="396137029" sldId="270"/>
            <ac:spMk id="13" creationId="{FE65EC49-0E62-A1DB-D204-EA98D4F796DF}"/>
          </ac:spMkLst>
        </pc:spChg>
        <pc:spChg chg="del">
          <ac:chgData name="pradeep yellam" userId="deec735c0b2cc8f3" providerId="LiveId" clId="{42EB1B72-EB27-4066-BF21-2F176336B0B0}" dt="2025-03-06T12:20:15.630" v="62" actId="478"/>
          <ac:spMkLst>
            <pc:docMk/>
            <pc:sldMk cId="396137029" sldId="270"/>
            <ac:spMk id="14" creationId="{E8F485D1-63CD-6A8F-F922-FDF62396850E}"/>
          </ac:spMkLst>
        </pc:spChg>
        <pc:spChg chg="del">
          <ac:chgData name="pradeep yellam" userId="deec735c0b2cc8f3" providerId="LiveId" clId="{42EB1B72-EB27-4066-BF21-2F176336B0B0}" dt="2025-03-06T12:20:15.630" v="62" actId="478"/>
          <ac:spMkLst>
            <pc:docMk/>
            <pc:sldMk cId="396137029" sldId="270"/>
            <ac:spMk id="17" creationId="{A8424E10-62A5-EFC6-CD43-FCA7A0DA347F}"/>
          </ac:spMkLst>
        </pc:spChg>
        <pc:spChg chg="del">
          <ac:chgData name="pradeep yellam" userId="deec735c0b2cc8f3" providerId="LiveId" clId="{42EB1B72-EB27-4066-BF21-2F176336B0B0}" dt="2025-03-06T12:20:15.630" v="62" actId="478"/>
          <ac:spMkLst>
            <pc:docMk/>
            <pc:sldMk cId="396137029" sldId="270"/>
            <ac:spMk id="19" creationId="{0C84B08E-F89A-F87A-16C0-D6F6F9CF1E60}"/>
          </ac:spMkLst>
        </pc:spChg>
        <pc:spChg chg="del">
          <ac:chgData name="pradeep yellam" userId="deec735c0b2cc8f3" providerId="LiveId" clId="{42EB1B72-EB27-4066-BF21-2F176336B0B0}" dt="2025-03-06T12:20:15.630" v="62" actId="478"/>
          <ac:spMkLst>
            <pc:docMk/>
            <pc:sldMk cId="396137029" sldId="270"/>
            <ac:spMk id="20" creationId="{4ADFE0F4-7F7F-C42E-9201-A0FE52058FD9}"/>
          </ac:spMkLst>
        </pc:spChg>
        <pc:spChg chg="add mod">
          <ac:chgData name="pradeep yellam" userId="deec735c0b2cc8f3" providerId="LiveId" clId="{42EB1B72-EB27-4066-BF21-2F176336B0B0}" dt="2025-03-06T12:24:28.524" v="177" actId="1036"/>
          <ac:spMkLst>
            <pc:docMk/>
            <pc:sldMk cId="396137029" sldId="270"/>
            <ac:spMk id="26" creationId="{2F03383F-7384-9690-87AB-F13D94778341}"/>
          </ac:spMkLst>
        </pc:spChg>
        <pc:picChg chg="add mod ord">
          <ac:chgData name="pradeep yellam" userId="deec735c0b2cc8f3" providerId="LiveId" clId="{42EB1B72-EB27-4066-BF21-2F176336B0B0}" dt="2025-03-06T13:49:11.457" v="482" actId="167"/>
          <ac:picMkLst>
            <pc:docMk/>
            <pc:sldMk cId="396137029" sldId="270"/>
            <ac:picMk id="2" creationId="{7D28D41E-C4F4-DC12-81A9-29542D1A5535}"/>
          </ac:picMkLst>
        </pc:picChg>
        <pc:picChg chg="del">
          <ac:chgData name="pradeep yellam" userId="deec735c0b2cc8f3" providerId="LiveId" clId="{42EB1B72-EB27-4066-BF21-2F176336B0B0}" dt="2025-03-06T13:49:08.347" v="480" actId="478"/>
          <ac:picMkLst>
            <pc:docMk/>
            <pc:sldMk cId="396137029" sldId="270"/>
            <ac:picMk id="22" creationId="{856B98D4-7661-6811-B5E6-B25A3CF5E22B}"/>
          </ac:picMkLst>
        </pc:picChg>
        <pc:picChg chg="add del mod">
          <ac:chgData name="pradeep yellam" userId="deec735c0b2cc8f3" providerId="LiveId" clId="{42EB1B72-EB27-4066-BF21-2F176336B0B0}" dt="2025-03-06T12:21:35.890" v="70" actId="21"/>
          <ac:picMkLst>
            <pc:docMk/>
            <pc:sldMk cId="396137029" sldId="270"/>
            <ac:picMk id="23" creationId="{C5781316-D7FC-A744-EB51-80DBC00ABF7C}"/>
          </ac:picMkLst>
        </pc:picChg>
        <pc:picChg chg="add mod">
          <ac:chgData name="pradeep yellam" userId="deec735c0b2cc8f3" providerId="LiveId" clId="{42EB1B72-EB27-4066-BF21-2F176336B0B0}" dt="2025-03-06T12:22:04.937" v="76" actId="14100"/>
          <ac:picMkLst>
            <pc:docMk/>
            <pc:sldMk cId="396137029" sldId="270"/>
            <ac:picMk id="24" creationId="{D1810B4F-7B7C-9DCB-AFB2-79B10D5AE3A4}"/>
          </ac:picMkLst>
        </pc:picChg>
        <pc:picChg chg="add mod">
          <ac:chgData name="pradeep yellam" userId="deec735c0b2cc8f3" providerId="LiveId" clId="{42EB1B72-EB27-4066-BF21-2F176336B0B0}" dt="2025-03-06T12:23:26.962" v="133" actId="1076"/>
          <ac:picMkLst>
            <pc:docMk/>
            <pc:sldMk cId="396137029" sldId="270"/>
            <ac:picMk id="25" creationId="{B5B188B1-E695-216F-32C5-98F616F0E586}"/>
          </ac:picMkLst>
        </pc:picChg>
      </pc:sldChg>
      <pc:sldChg chg="add del">
        <pc:chgData name="pradeep yellam" userId="deec735c0b2cc8f3" providerId="LiveId" clId="{42EB1B72-EB27-4066-BF21-2F176336B0B0}" dt="2025-03-06T11:49:11.526" v="27"/>
        <pc:sldMkLst>
          <pc:docMk/>
          <pc:sldMk cId="1121367631" sldId="270"/>
        </pc:sldMkLst>
      </pc:sldChg>
      <pc:sldChg chg="add del">
        <pc:chgData name="pradeep yellam" userId="deec735c0b2cc8f3" providerId="LiveId" clId="{42EB1B72-EB27-4066-BF21-2F176336B0B0}" dt="2025-03-06T11:49:21.948" v="31"/>
        <pc:sldMkLst>
          <pc:docMk/>
          <pc:sldMk cId="1792561244" sldId="270"/>
        </pc:sldMkLst>
      </pc:sldChg>
      <pc:sldChg chg="addSp delSp modSp add mod">
        <pc:chgData name="pradeep yellam" userId="deec735c0b2cc8f3" providerId="LiveId" clId="{42EB1B72-EB27-4066-BF21-2F176336B0B0}" dt="2025-03-06T13:49:19.248" v="485" actId="167"/>
        <pc:sldMkLst>
          <pc:docMk/>
          <pc:sldMk cId="798724666" sldId="271"/>
        </pc:sldMkLst>
        <pc:spChg chg="add mod">
          <ac:chgData name="pradeep yellam" userId="deec735c0b2cc8f3" providerId="LiveId" clId="{42EB1B72-EB27-4066-BF21-2F176336B0B0}" dt="2025-03-06T12:24:18.085" v="169" actId="1038"/>
          <ac:spMkLst>
            <pc:docMk/>
            <pc:sldMk cId="798724666" sldId="271"/>
            <ac:spMk id="2" creationId="{DC86F3A3-995D-5377-FF06-03132A1E72B7}"/>
          </ac:spMkLst>
        </pc:spChg>
        <pc:picChg chg="add mod ord">
          <ac:chgData name="pradeep yellam" userId="deec735c0b2cc8f3" providerId="LiveId" clId="{42EB1B72-EB27-4066-BF21-2F176336B0B0}" dt="2025-03-06T13:49:19.248" v="485" actId="167"/>
          <ac:picMkLst>
            <pc:docMk/>
            <pc:sldMk cId="798724666" sldId="271"/>
            <ac:picMk id="3" creationId="{7EC4105C-469D-A96F-D993-DFEE7DC1A14B}"/>
          </ac:picMkLst>
        </pc:picChg>
        <pc:picChg chg="del mod">
          <ac:chgData name="pradeep yellam" userId="deec735c0b2cc8f3" providerId="LiveId" clId="{42EB1B72-EB27-4066-BF21-2F176336B0B0}" dt="2025-03-06T13:49:15.499" v="483" actId="478"/>
          <ac:picMkLst>
            <pc:docMk/>
            <pc:sldMk cId="798724666" sldId="271"/>
            <ac:picMk id="22" creationId="{8968BED5-9352-EB19-3EA8-32DA719ADA14}"/>
          </ac:picMkLst>
        </pc:picChg>
        <pc:picChg chg="add mod">
          <ac:chgData name="pradeep yellam" userId="deec735c0b2cc8f3" providerId="LiveId" clId="{42EB1B72-EB27-4066-BF21-2F176336B0B0}" dt="2025-03-06T12:24:10.287" v="159" actId="1076"/>
          <ac:picMkLst>
            <pc:docMk/>
            <pc:sldMk cId="798724666" sldId="271"/>
            <ac:picMk id="23" creationId="{C5781316-D7FC-A744-EB51-80DBC00ABF7C}"/>
          </ac:picMkLst>
        </pc:picChg>
      </pc:sldChg>
      <pc:sldChg chg="add del">
        <pc:chgData name="pradeep yellam" userId="deec735c0b2cc8f3" providerId="LiveId" clId="{42EB1B72-EB27-4066-BF21-2F176336B0B0}" dt="2025-03-06T12:20:10.419" v="61"/>
        <pc:sldMkLst>
          <pc:docMk/>
          <pc:sldMk cId="1070042676" sldId="271"/>
        </pc:sldMkLst>
      </pc:sldChg>
      <pc:sldChg chg="addSp delSp modSp add mod ord">
        <pc:chgData name="pradeep yellam" userId="deec735c0b2cc8f3" providerId="LiveId" clId="{42EB1B72-EB27-4066-BF21-2F176336B0B0}" dt="2025-03-06T13:49:55.321" v="493" actId="14100"/>
        <pc:sldMkLst>
          <pc:docMk/>
          <pc:sldMk cId="1010868612" sldId="272"/>
        </pc:sldMkLst>
        <pc:spChg chg="add mod">
          <ac:chgData name="pradeep yellam" userId="deec735c0b2cc8f3" providerId="LiveId" clId="{42EB1B72-EB27-4066-BF21-2F176336B0B0}" dt="2025-03-06T13:49:55.321" v="493" actId="14100"/>
          <ac:spMkLst>
            <pc:docMk/>
            <pc:sldMk cId="1010868612" sldId="272"/>
            <ac:spMk id="2" creationId="{BC3C2946-24B2-CAAF-9F1F-26D73EDF777A}"/>
          </ac:spMkLst>
        </pc:spChg>
        <pc:spChg chg="del">
          <ac:chgData name="pradeep yellam" userId="deec735c0b2cc8f3" providerId="LiveId" clId="{42EB1B72-EB27-4066-BF21-2F176336B0B0}" dt="2025-03-06T12:32:36.154" v="244" actId="478"/>
          <ac:spMkLst>
            <pc:docMk/>
            <pc:sldMk cId="1010868612" sldId="272"/>
            <ac:spMk id="3" creationId="{25BE35EB-1506-CE68-376B-7C95E45E2431}"/>
          </ac:spMkLst>
        </pc:spChg>
        <pc:spChg chg="mod">
          <ac:chgData name="pradeep yellam" userId="deec735c0b2cc8f3" providerId="LiveId" clId="{42EB1B72-EB27-4066-BF21-2F176336B0B0}" dt="2025-03-06T12:32:37.599" v="245"/>
          <ac:spMkLst>
            <pc:docMk/>
            <pc:sldMk cId="1010868612" sldId="272"/>
            <ac:spMk id="5" creationId="{A09256A6-0EB4-CDE5-4C45-7549863A2F15}"/>
          </ac:spMkLst>
        </pc:spChg>
        <pc:spChg chg="mod">
          <ac:chgData name="pradeep yellam" userId="deec735c0b2cc8f3" providerId="LiveId" clId="{42EB1B72-EB27-4066-BF21-2F176336B0B0}" dt="2025-03-06T12:32:37.599" v="245"/>
          <ac:spMkLst>
            <pc:docMk/>
            <pc:sldMk cId="1010868612" sldId="272"/>
            <ac:spMk id="6" creationId="{090F6877-3A56-E823-06DA-AE4E38CE4F03}"/>
          </ac:spMkLst>
        </pc:spChg>
        <pc:spChg chg="mod">
          <ac:chgData name="pradeep yellam" userId="deec735c0b2cc8f3" providerId="LiveId" clId="{42EB1B72-EB27-4066-BF21-2F176336B0B0}" dt="2025-03-06T13:41:21.363" v="443" actId="207"/>
          <ac:spMkLst>
            <pc:docMk/>
            <pc:sldMk cId="1010868612" sldId="272"/>
            <ac:spMk id="8" creationId="{B5F0963D-2C74-4970-6E2D-9C63DDB5701E}"/>
          </ac:spMkLst>
        </pc:spChg>
        <pc:spChg chg="mod">
          <ac:chgData name="pradeep yellam" userId="deec735c0b2cc8f3" providerId="LiveId" clId="{42EB1B72-EB27-4066-BF21-2F176336B0B0}" dt="2025-03-06T12:35:08.098" v="265" actId="1076"/>
          <ac:spMkLst>
            <pc:docMk/>
            <pc:sldMk cId="1010868612" sldId="272"/>
            <ac:spMk id="9" creationId="{D92652FD-6EFF-9EA3-D16D-C40BD5C3ED9D}"/>
          </ac:spMkLst>
        </pc:spChg>
        <pc:grpChg chg="add mod">
          <ac:chgData name="pradeep yellam" userId="deec735c0b2cc8f3" providerId="LiveId" clId="{42EB1B72-EB27-4066-BF21-2F176336B0B0}" dt="2025-03-06T12:33:03.250" v="248" actId="14100"/>
          <ac:grpSpMkLst>
            <pc:docMk/>
            <pc:sldMk cId="1010868612" sldId="272"/>
            <ac:grpSpMk id="4" creationId="{3DC9924B-F7CF-FD33-1796-D89333BA78D3}"/>
          </ac:grpSpMkLst>
        </pc:grpChg>
        <pc:grpChg chg="add mod">
          <ac:chgData name="pradeep yellam" userId="deec735c0b2cc8f3" providerId="LiveId" clId="{42EB1B72-EB27-4066-BF21-2F176336B0B0}" dt="2025-03-06T12:32:37.599" v="245"/>
          <ac:grpSpMkLst>
            <pc:docMk/>
            <pc:sldMk cId="1010868612" sldId="272"/>
            <ac:grpSpMk id="7" creationId="{30D725E7-B27B-4118-9923-C6C57375B28F}"/>
          </ac:grpSpMkLst>
        </pc:grpChg>
        <pc:picChg chg="add mod ord">
          <ac:chgData name="pradeep yellam" userId="deec735c0b2cc8f3" providerId="LiveId" clId="{42EB1B72-EB27-4066-BF21-2F176336B0B0}" dt="2025-03-06T13:49:31.964" v="491" actId="167"/>
          <ac:picMkLst>
            <pc:docMk/>
            <pc:sldMk cId="1010868612" sldId="272"/>
            <ac:picMk id="3" creationId="{D99BDDA5-E549-D47C-A879-758CC7962288}"/>
          </ac:picMkLst>
        </pc:picChg>
        <pc:picChg chg="del mod">
          <ac:chgData name="pradeep yellam" userId="deec735c0b2cc8f3" providerId="LiveId" clId="{42EB1B72-EB27-4066-BF21-2F176336B0B0}" dt="2025-03-06T13:49:28.498" v="489" actId="478"/>
          <ac:picMkLst>
            <pc:docMk/>
            <pc:sldMk cId="1010868612" sldId="272"/>
            <ac:picMk id="1032" creationId="{859EC213-5FC4-F4B3-71C7-276BE51EECB3}"/>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0" y="1096963"/>
            <a:ext cx="9753600" cy="5486400"/>
          </a:xfrm>
          <a:prstGeom prst="rect">
            <a:avLst/>
          </a:prstGeom>
        </p:spPr>
      </p:sp>
      <p:sp>
        <p:nvSpPr>
          <p:cNvPr id="3" name="Notes Placeholder 2"/>
          <p:cNvSpPr>
            <a:spLocks noGrp="1"/>
          </p:cNvSpPr>
          <p:nvPr>
            <p:ph type="body" idx="1"/>
          </p:nvPr>
        </p:nvSpPr>
        <p:spPr>
          <a:xfrm>
            <a:off x="822325" y="6950075"/>
            <a:ext cx="6584950" cy="6583363"/>
          </a:xfrm>
          <a:prstGeom prst="rect">
            <a:avLst/>
          </a:prstGeom>
        </p:spPr>
        <p:txBody>
          <a:bodyPr/>
          <a:lstStyle/>
          <a:p>
            <a:endParaRPr lang="en-US" dirty="0"/>
          </a:p>
        </p:txBody>
      </p:sp>
      <p:sp>
        <p:nvSpPr>
          <p:cNvPr id="4" name="Slide Number Placeholder 3"/>
          <p:cNvSpPr>
            <a:spLocks noGrp="1"/>
          </p:cNvSpPr>
          <p:nvPr>
            <p:ph type="sldNum" sz="quarter" idx="10"/>
          </p:nvPr>
        </p:nvSpPr>
        <p:spPr>
          <a:xfrm>
            <a:off x="4660900" y="13896975"/>
            <a:ext cx="3567113" cy="730250"/>
          </a:xfrm>
          <a:prstGeom prst="rect">
            <a:avLst/>
          </a:prstGeom>
        </p:spPr>
        <p:txBody>
          <a:bodyPr/>
          <a:lstStyle/>
          <a:p>
            <a:fld id="{F7021451-1387-4CA6-816F-3879F97B5CBC}" type="slidenum">
              <a:rPr lang="en-US"/>
              <a:pPr/>
              <a:t>1</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0" y="1096963"/>
            <a:ext cx="9753600" cy="5486400"/>
          </a:xfrm>
          <a:prstGeom prst="rect">
            <a:avLst/>
          </a:prstGeom>
        </p:spPr>
      </p:sp>
      <p:sp>
        <p:nvSpPr>
          <p:cNvPr id="3" name="Notes Placeholder 2"/>
          <p:cNvSpPr>
            <a:spLocks noGrp="1"/>
          </p:cNvSpPr>
          <p:nvPr>
            <p:ph type="body" idx="1"/>
          </p:nvPr>
        </p:nvSpPr>
        <p:spPr>
          <a:xfrm>
            <a:off x="822325" y="6950075"/>
            <a:ext cx="6584950" cy="6583363"/>
          </a:xfrm>
          <a:prstGeom prst="rect">
            <a:avLst/>
          </a:prstGeom>
        </p:spPr>
        <p:txBody>
          <a:bodyPr/>
          <a:lstStyle/>
          <a:p>
            <a:endParaRPr lang="en-US" dirty="0"/>
          </a:p>
        </p:txBody>
      </p:sp>
      <p:sp>
        <p:nvSpPr>
          <p:cNvPr id="4" name="Slide Number Placeholder 3"/>
          <p:cNvSpPr>
            <a:spLocks noGrp="1"/>
          </p:cNvSpPr>
          <p:nvPr>
            <p:ph type="sldNum" sz="quarter" idx="10"/>
          </p:nvPr>
        </p:nvSpPr>
        <p:spPr>
          <a:xfrm>
            <a:off x="4660900" y="13896975"/>
            <a:ext cx="3567113" cy="730250"/>
          </a:xfrm>
          <a:prstGeom prst="rect">
            <a:avLst/>
          </a:prstGeom>
        </p:spPr>
        <p:txBody>
          <a:bodyPr/>
          <a:lstStyle/>
          <a:p>
            <a:fld id="{F7021451-1387-4CA6-816F-3879F97B5CBC}" type="slidenum">
              <a:rPr lang="en-US"/>
              <a:pPr/>
              <a:t>3</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5</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6</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7</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8</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9</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631F5785-EBB3-F85C-CD6A-50979A223E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xmlns="" id="{E44289C9-4C57-741A-1938-EFDEBF0E21C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xmlns="" id="{AA64394B-76AB-FE89-BB6C-D7D0B226A1B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xmlns="" id="{21F5B750-FD1D-5F67-24F5-C4DC044F9467}"/>
              </a:ext>
            </a:extLst>
          </p:cNvPr>
          <p:cNvSpPr>
            <a:spLocks noGrp="1"/>
          </p:cNvSpPr>
          <p:nvPr>
            <p:ph type="sldNum" sz="quarter" idx="10"/>
          </p:nvPr>
        </p:nvSpPr>
        <p:spPr/>
        <p:txBody>
          <a:bodyPr/>
          <a:lstStyle/>
          <a:p>
            <a:fld id="{F7021451-1387-4CA6-816F-3879F97B5CBC}" type="slidenum">
              <a:rPr lang="en-US"/>
              <a:pPr/>
              <a:t>10</a:t>
            </a:fld>
            <a:endParaRPr lang="en-US"/>
          </a:p>
        </p:txBody>
      </p:sp>
    </p:spTree>
    <p:extLst>
      <p:ext uri="{BB962C8B-B14F-4D97-AF65-F5344CB8AC3E}">
        <p14:creationId xmlns:p14="http://schemas.microsoft.com/office/powerpoint/2010/main" xmlns="" val="28561483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E40F05C-18BE-BE30-8E7D-E4ED9F3007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xmlns="" id="{C4B45997-CC97-4948-84B1-F1412B31EA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xmlns="" id="{53B40949-6270-394B-DD83-47978954258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xmlns="" id="{14636CBF-2023-7AA2-B866-50FA20196031}"/>
              </a:ext>
            </a:extLst>
          </p:cNvPr>
          <p:cNvSpPr>
            <a:spLocks noGrp="1"/>
          </p:cNvSpPr>
          <p:nvPr>
            <p:ph type="sldNum" sz="quarter" idx="10"/>
          </p:nvPr>
        </p:nvSpPr>
        <p:spPr/>
        <p:txBody>
          <a:bodyPr/>
          <a:lstStyle/>
          <a:p>
            <a:fld id="{F7021451-1387-4CA6-816F-3879F97B5CBC}" type="slidenum">
              <a:rPr lang="en-US"/>
              <a:pPr/>
              <a:t>11</a:t>
            </a:fld>
            <a:endParaRPr lang="en-US"/>
          </a:p>
        </p:txBody>
      </p:sp>
    </p:spTree>
    <p:extLst>
      <p:ext uri="{BB962C8B-B14F-4D97-AF65-F5344CB8AC3E}">
        <p14:creationId xmlns:p14="http://schemas.microsoft.com/office/powerpoint/2010/main" xmlns="" val="334263385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12</a:t>
            </a:fld>
            <a:endParaRPr lang="en-US"/>
          </a:p>
        </p:txBody>
      </p:sp>
    </p:spTree>
    <p:extLst>
      <p:ext uri="{BB962C8B-B14F-4D97-AF65-F5344CB8AC3E}">
        <p14:creationId xmlns:p14="http://schemas.microsoft.com/office/powerpoint/2010/main" xmlns=""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pPr/>
              <a:t>13</a:t>
            </a:fld>
            <a:endParaRPr lang="en-US"/>
          </a:p>
        </p:txBody>
      </p:sp>
    </p:spTree>
    <p:extLst>
      <p:ext uri="{BB962C8B-B14F-4D97-AF65-F5344CB8AC3E}">
        <p14:creationId xmlns:p14="http://schemas.microsoft.com/office/powerpoint/2010/main" xmlns=""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2E4CF"/>
          </a:solidFill>
          <a:ln/>
        </p:spPr>
      </p:sp>
      <p:sp>
        <p:nvSpPr>
          <p:cNvPr id="3" name="Shape 1"/>
          <p:cNvSpPr/>
          <p:nvPr/>
        </p:nvSpPr>
        <p:spPr>
          <a:xfrm>
            <a:off x="0" y="0"/>
            <a:ext cx="14630400" cy="8229600"/>
          </a:xfrm>
          <a:prstGeom prst="rect">
            <a:avLst/>
          </a:prstGeom>
          <a:solidFill>
            <a:srgbClr val="FEF5E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2E4CF"/>
          </a:solidFill>
          <a:ln/>
        </p:spPr>
      </p:sp>
      <p:sp>
        <p:nvSpPr>
          <p:cNvPr id="3" name="Shape 1"/>
          <p:cNvSpPr/>
          <p:nvPr/>
        </p:nvSpPr>
        <p:spPr>
          <a:xfrm>
            <a:off x="0" y="0"/>
            <a:ext cx="14630400" cy="8229600"/>
          </a:xfrm>
          <a:prstGeom prst="rect">
            <a:avLst/>
          </a:prstGeom>
          <a:solidFill>
            <a:srgbClr val="FEF5E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2E4CF"/>
          </a:solidFill>
          <a:ln/>
        </p:spPr>
      </p:sp>
      <p:sp>
        <p:nvSpPr>
          <p:cNvPr id="3" name="Shape 1"/>
          <p:cNvSpPr/>
          <p:nvPr/>
        </p:nvSpPr>
        <p:spPr>
          <a:xfrm>
            <a:off x="0" y="0"/>
            <a:ext cx="14630400" cy="8229600"/>
          </a:xfrm>
          <a:prstGeom prst="rect">
            <a:avLst/>
          </a:prstGeom>
          <a:solidFill>
            <a:srgbClr val="FEF5E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2E4CF"/>
          </a:solidFill>
          <a:ln/>
        </p:spPr>
      </p:sp>
      <p:sp>
        <p:nvSpPr>
          <p:cNvPr id="3" name="Shape 1"/>
          <p:cNvSpPr/>
          <p:nvPr/>
        </p:nvSpPr>
        <p:spPr>
          <a:xfrm>
            <a:off x="0" y="0"/>
            <a:ext cx="14630400" cy="8229600"/>
          </a:xfrm>
          <a:prstGeom prst="rect">
            <a:avLst/>
          </a:prstGeom>
          <a:solidFill>
            <a:srgbClr val="FEF5E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2E4CF"/>
          </a:solidFill>
          <a:ln/>
        </p:spPr>
      </p:sp>
      <p:sp>
        <p:nvSpPr>
          <p:cNvPr id="3" name="Shape 1"/>
          <p:cNvSpPr/>
          <p:nvPr/>
        </p:nvSpPr>
        <p:spPr>
          <a:xfrm>
            <a:off x="0" y="0"/>
            <a:ext cx="14630400" cy="8229600"/>
          </a:xfrm>
          <a:prstGeom prst="rect">
            <a:avLst/>
          </a:prstGeom>
          <a:solidFill>
            <a:srgbClr val="FEF5E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2E4CF"/>
          </a:solidFill>
          <a:ln/>
        </p:spPr>
      </p:sp>
      <p:sp>
        <p:nvSpPr>
          <p:cNvPr id="3" name="Shape 1"/>
          <p:cNvSpPr/>
          <p:nvPr/>
        </p:nvSpPr>
        <p:spPr>
          <a:xfrm>
            <a:off x="0" y="0"/>
            <a:ext cx="14630400" cy="8229600"/>
          </a:xfrm>
          <a:prstGeom prst="rect">
            <a:avLst/>
          </a:prstGeom>
          <a:solidFill>
            <a:srgbClr val="FEF5E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2E4CF"/>
          </a:solidFill>
          <a:ln/>
        </p:spPr>
      </p:sp>
      <p:sp>
        <p:nvSpPr>
          <p:cNvPr id="3" name="Shape 1"/>
          <p:cNvSpPr/>
          <p:nvPr/>
        </p:nvSpPr>
        <p:spPr>
          <a:xfrm>
            <a:off x="0" y="0"/>
            <a:ext cx="14630400" cy="8229600"/>
          </a:xfrm>
          <a:prstGeom prst="rect">
            <a:avLst/>
          </a:prstGeom>
          <a:solidFill>
            <a:srgbClr val="FEF5E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2E4CF"/>
          </a:solidFill>
          <a:ln/>
        </p:spPr>
      </p:sp>
      <p:sp>
        <p:nvSpPr>
          <p:cNvPr id="3" name="Shape 1"/>
          <p:cNvSpPr/>
          <p:nvPr/>
        </p:nvSpPr>
        <p:spPr>
          <a:xfrm>
            <a:off x="0" y="0"/>
            <a:ext cx="14630400" cy="8229600"/>
          </a:xfrm>
          <a:prstGeom prst="rect">
            <a:avLst/>
          </a:prstGeom>
          <a:solidFill>
            <a:srgbClr val="FEF5E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2E4CF"/>
          </a:solidFill>
          <a:ln/>
        </p:spPr>
      </p:sp>
      <p:sp>
        <p:nvSpPr>
          <p:cNvPr id="3" name="Shape 1"/>
          <p:cNvSpPr/>
          <p:nvPr/>
        </p:nvSpPr>
        <p:spPr>
          <a:xfrm>
            <a:off x="0" y="0"/>
            <a:ext cx="14630400" cy="8229600"/>
          </a:xfrm>
          <a:prstGeom prst="rect">
            <a:avLst/>
          </a:prstGeom>
          <a:solidFill>
            <a:srgbClr val="FEF5E7"/>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2.jpeg"/><Relationship Id="rId7"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8.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 Id="rId9"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7.xml"/><Relationship Id="rId1" Type="http://schemas.openxmlformats.org/officeDocument/2006/relationships/slideLayout" Target="../slideLayouts/slideLayout6.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8.xml"/><Relationship Id="rId1" Type="http://schemas.openxmlformats.org/officeDocument/2006/relationships/slideLayout" Target="../slideLayouts/slideLayout8.xml"/><Relationship Id="rId5" Type="http://schemas.openxmlformats.org/officeDocument/2006/relationships/image" Target="../media/image14.png"/><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9.xml"/><Relationship Id="rId1" Type="http://schemas.openxmlformats.org/officeDocument/2006/relationships/slideLayout" Target="../slideLayouts/slideLayout8.xml"/><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1.xml"/><Relationship Id="rId1" Type="http://schemas.openxmlformats.org/officeDocument/2006/relationships/slideLayout" Target="../slideLayouts/slideLayout10.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2.jpeg"/><Relationship Id="rId1" Type="http://schemas.openxmlformats.org/officeDocument/2006/relationships/slideLayout" Target="../slideLayouts/slideLayout2.xml"/><Relationship Id="rId4" Type="http://schemas.openxmlformats.org/officeDocument/2006/relationships/image" Target="../media/image20.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descr="A blue and white background&#10;&#10;AI-generated content may be incorrect.">
            <a:extLst>
              <a:ext uri="{FF2B5EF4-FFF2-40B4-BE49-F238E27FC236}">
                <a16:creationId xmlns:a16="http://schemas.microsoft.com/office/drawing/2014/main" xmlns="" id="{6640CB6D-4C86-71C9-848A-1165C1AF2DEA}"/>
              </a:ext>
            </a:extLst>
          </p:cNvPr>
          <p:cNvPicPr>
            <a:picLocks noChangeAspect="1"/>
          </p:cNvPicPr>
          <p:nvPr/>
        </p:nvPicPr>
        <p:blipFill>
          <a:blip r:embed="rId3"/>
          <a:stretch>
            <a:fillRect/>
          </a:stretch>
        </p:blipFill>
        <p:spPr>
          <a:xfrm>
            <a:off x="-1" y="-5443"/>
            <a:ext cx="14660438" cy="8235043"/>
          </a:xfrm>
          <a:prstGeom prst="rect">
            <a:avLst/>
          </a:prstGeom>
        </p:spPr>
      </p:pic>
      <p:pic>
        <p:nvPicPr>
          <p:cNvPr id="3" name="Image 2">
            <a:extLst>
              <a:ext uri="{FF2B5EF4-FFF2-40B4-BE49-F238E27FC236}">
                <a16:creationId xmlns:a16="http://schemas.microsoft.com/office/drawing/2014/main" xmlns="" id="{8830FC26-B92B-59EE-7D8E-0171BABDAC2C}"/>
              </a:ext>
            </a:extLst>
          </p:cNvPr>
          <p:cNvPicPr/>
          <p:nvPr/>
        </p:nvPicPr>
        <p:blipFill>
          <a:blip r:embed="rId4" cstate="print"/>
          <a:stretch>
            <a:fillRect/>
          </a:stretch>
        </p:blipFill>
        <p:spPr>
          <a:xfrm>
            <a:off x="213334" y="952490"/>
            <a:ext cx="14417066" cy="1517742"/>
          </a:xfrm>
          <a:prstGeom prst="rect">
            <a:avLst/>
          </a:prstGeom>
        </p:spPr>
      </p:pic>
      <p:sp>
        <p:nvSpPr>
          <p:cNvPr id="4" name="Graphic 3">
            <a:extLst>
              <a:ext uri="{FF2B5EF4-FFF2-40B4-BE49-F238E27FC236}">
                <a16:creationId xmlns:a16="http://schemas.microsoft.com/office/drawing/2014/main" xmlns="" id="{0E8F675E-2B71-9AF0-D517-D755E06A741A}"/>
              </a:ext>
            </a:extLst>
          </p:cNvPr>
          <p:cNvSpPr/>
          <p:nvPr/>
        </p:nvSpPr>
        <p:spPr>
          <a:xfrm>
            <a:off x="263524" y="2484222"/>
            <a:ext cx="14220000" cy="36000"/>
          </a:xfrm>
          <a:custGeom>
            <a:avLst/>
            <a:gdLst/>
            <a:ahLst/>
            <a:cxnLst/>
            <a:rect l="l" t="t" r="r" b="b"/>
            <a:pathLst>
              <a:path w="6782434" h="39370">
                <a:moveTo>
                  <a:pt x="0" y="39370"/>
                </a:moveTo>
                <a:lnTo>
                  <a:pt x="6782434" y="0"/>
                </a:lnTo>
              </a:path>
            </a:pathLst>
          </a:custGeom>
          <a:ln w="12700">
            <a:solidFill>
              <a:srgbClr val="000000"/>
            </a:solidFill>
            <a:prstDash val="solid"/>
          </a:ln>
        </p:spPr>
        <p:txBody>
          <a:bodyPr wrap="square" lIns="0" tIns="0" rIns="0" bIns="0" rtlCol="0">
            <a:prstTxWarp prst="textNoShape">
              <a:avLst/>
            </a:prstTxWarp>
            <a:noAutofit/>
          </a:bodyPr>
          <a:lstStyle/>
          <a:p>
            <a:endParaRPr lang="en-IN" dirty="0"/>
          </a:p>
        </p:txBody>
      </p:sp>
      <p:sp>
        <p:nvSpPr>
          <p:cNvPr id="5" name="Textbox 4">
            <a:extLst>
              <a:ext uri="{FF2B5EF4-FFF2-40B4-BE49-F238E27FC236}">
                <a16:creationId xmlns:a16="http://schemas.microsoft.com/office/drawing/2014/main" xmlns="" id="{640019A0-EED6-6B39-0C3F-6B3783EE6C70}"/>
              </a:ext>
            </a:extLst>
          </p:cNvPr>
          <p:cNvSpPr txBox="1"/>
          <p:nvPr/>
        </p:nvSpPr>
        <p:spPr>
          <a:xfrm>
            <a:off x="178093" y="1169045"/>
            <a:ext cx="12623800" cy="2007367"/>
          </a:xfrm>
          <a:prstGeom prst="rect">
            <a:avLst/>
          </a:prstGeom>
        </p:spPr>
        <p:txBody>
          <a:bodyPr wrap="square" lIns="0" tIns="0" rIns="0" bIns="0" rtlCol="0">
            <a:noAutofit/>
          </a:bodyPr>
          <a:lstStyle/>
          <a:p>
            <a:pPr marL="5080" marR="1658620" algn="ctr">
              <a:spcBef>
                <a:spcPts val="315"/>
              </a:spcBef>
            </a:pPr>
            <a:r>
              <a:rPr lang="en-US" sz="2150" b="1" dirty="0">
                <a:effectLst/>
                <a:latin typeface="Times New Roman" panose="02020603050405020304" pitchFamily="18" charset="0"/>
                <a:ea typeface="Times New Roman" panose="02020603050405020304" pitchFamily="18" charset="0"/>
              </a:rPr>
              <a:t>UTKUR</a:t>
            </a:r>
            <a:r>
              <a:rPr lang="en-US" sz="2150" b="1" spc="-55" dirty="0">
                <a:effectLst/>
                <a:latin typeface="Times New Roman" panose="02020603050405020304" pitchFamily="18" charset="0"/>
                <a:ea typeface="Times New Roman" panose="02020603050405020304" pitchFamily="18" charset="0"/>
              </a:rPr>
              <a:t> </a:t>
            </a:r>
            <a:r>
              <a:rPr lang="en-US" sz="2150" b="1" dirty="0">
                <a:effectLst/>
                <a:latin typeface="Times New Roman" panose="02020603050405020304" pitchFamily="18" charset="0"/>
                <a:ea typeface="Times New Roman" panose="02020603050405020304" pitchFamily="18" charset="0"/>
              </a:rPr>
              <a:t>(P),</a:t>
            </a:r>
            <a:r>
              <a:rPr lang="en-US" sz="2150" b="1" spc="-35" dirty="0">
                <a:effectLst/>
                <a:latin typeface="Times New Roman" panose="02020603050405020304" pitchFamily="18" charset="0"/>
                <a:ea typeface="Times New Roman" panose="02020603050405020304" pitchFamily="18" charset="0"/>
              </a:rPr>
              <a:t> </a:t>
            </a:r>
            <a:r>
              <a:rPr lang="en-US" sz="2150" b="1" dirty="0">
                <a:effectLst/>
                <a:latin typeface="Times New Roman" panose="02020603050405020304" pitchFamily="18" charset="0"/>
                <a:ea typeface="Times New Roman" panose="02020603050405020304" pitchFamily="18" charset="0"/>
              </a:rPr>
              <a:t>C.K.</a:t>
            </a:r>
            <a:r>
              <a:rPr lang="en-US" sz="2150" b="1" spc="-35" dirty="0">
                <a:effectLst/>
                <a:latin typeface="Times New Roman" panose="02020603050405020304" pitchFamily="18" charset="0"/>
                <a:ea typeface="Times New Roman" panose="02020603050405020304" pitchFamily="18" charset="0"/>
              </a:rPr>
              <a:t> </a:t>
            </a:r>
            <a:r>
              <a:rPr lang="en-US" sz="2150" b="1" dirty="0">
                <a:effectLst/>
                <a:latin typeface="Times New Roman" panose="02020603050405020304" pitchFamily="18" charset="0"/>
                <a:ea typeface="Times New Roman" panose="02020603050405020304" pitchFamily="18" charset="0"/>
              </a:rPr>
              <a:t>DINNE</a:t>
            </a:r>
            <a:r>
              <a:rPr lang="en-US" sz="2150" b="1" spc="-40" dirty="0">
                <a:effectLst/>
                <a:latin typeface="Times New Roman" panose="02020603050405020304" pitchFamily="18" charset="0"/>
                <a:ea typeface="Times New Roman" panose="02020603050405020304" pitchFamily="18" charset="0"/>
              </a:rPr>
              <a:t> </a:t>
            </a:r>
            <a:r>
              <a:rPr lang="en-US" sz="2150" b="1" dirty="0">
                <a:effectLst/>
                <a:latin typeface="Times New Roman" panose="02020603050405020304" pitchFamily="18" charset="0"/>
                <a:ea typeface="Times New Roman" panose="02020603050405020304" pitchFamily="18" charset="0"/>
              </a:rPr>
              <a:t>(V&amp;M),</a:t>
            </a:r>
            <a:r>
              <a:rPr lang="en-US" sz="2150" b="1" spc="-50" dirty="0">
                <a:effectLst/>
                <a:latin typeface="Times New Roman" panose="02020603050405020304" pitchFamily="18" charset="0"/>
                <a:ea typeface="Times New Roman" panose="02020603050405020304" pitchFamily="18" charset="0"/>
              </a:rPr>
              <a:t> </a:t>
            </a:r>
            <a:r>
              <a:rPr lang="en-US" sz="2150" b="1" dirty="0">
                <a:effectLst/>
                <a:latin typeface="Times New Roman" panose="02020603050405020304" pitchFamily="18" charset="0"/>
                <a:ea typeface="Times New Roman" panose="02020603050405020304" pitchFamily="18" charset="0"/>
              </a:rPr>
              <a:t>KADAPA,</a:t>
            </a:r>
            <a:r>
              <a:rPr lang="en-US" sz="2150" b="1" spc="-70" dirty="0">
                <a:effectLst/>
                <a:latin typeface="Times New Roman" panose="02020603050405020304" pitchFamily="18" charset="0"/>
                <a:ea typeface="Times New Roman" panose="02020603050405020304" pitchFamily="18" charset="0"/>
              </a:rPr>
              <a:t> </a:t>
            </a:r>
            <a:r>
              <a:rPr lang="en-US" sz="2150" b="1" dirty="0">
                <a:effectLst/>
                <a:latin typeface="Times New Roman" panose="02020603050405020304" pitchFamily="18" charset="0"/>
                <a:ea typeface="Times New Roman" panose="02020603050405020304" pitchFamily="18" charset="0"/>
              </a:rPr>
              <a:t>YSR</a:t>
            </a:r>
            <a:r>
              <a:rPr lang="en-US" sz="2150" b="1" spc="-40" dirty="0">
                <a:latin typeface="Times New Roman" panose="02020603050405020304" pitchFamily="18" charset="0"/>
                <a:ea typeface="Times New Roman" panose="02020603050405020304" pitchFamily="18" charset="0"/>
              </a:rPr>
              <a:t> </a:t>
            </a:r>
            <a:r>
              <a:rPr lang="en-US" sz="2150" b="1" spc="-20" dirty="0">
                <a:effectLst/>
                <a:latin typeface="Times New Roman" panose="02020603050405020304" pitchFamily="18" charset="0"/>
                <a:ea typeface="Times New Roman" panose="02020603050405020304" pitchFamily="18" charset="0"/>
              </a:rPr>
              <a:t>DIST</a:t>
            </a:r>
            <a:endParaRPr lang="en-IN" sz="2150" dirty="0">
              <a:effectLst/>
              <a:latin typeface="Times New Roman" panose="02020603050405020304" pitchFamily="18" charset="0"/>
              <a:ea typeface="Times New Roman" panose="02020603050405020304" pitchFamily="18" charset="0"/>
            </a:endParaRPr>
          </a:p>
          <a:p>
            <a:pPr marL="2540" marR="1658620" algn="ctr">
              <a:spcBef>
                <a:spcPts val="90"/>
              </a:spcBef>
            </a:pPr>
            <a:r>
              <a:rPr lang="en-US" sz="2150" dirty="0">
                <a:effectLst/>
                <a:latin typeface="Times New Roman" panose="02020603050405020304" pitchFamily="18" charset="0"/>
                <a:ea typeface="Times New Roman" panose="02020603050405020304" pitchFamily="18" charset="0"/>
              </a:rPr>
              <a:t>Approved</a:t>
            </a:r>
            <a:r>
              <a:rPr lang="en-US" sz="2150" spc="-65" dirty="0">
                <a:effectLst/>
                <a:latin typeface="Times New Roman" panose="02020603050405020304" pitchFamily="18" charset="0"/>
                <a:ea typeface="Times New Roman" panose="02020603050405020304" pitchFamily="18" charset="0"/>
              </a:rPr>
              <a:t> </a:t>
            </a:r>
            <a:r>
              <a:rPr lang="en-US" sz="2150" dirty="0">
                <a:effectLst/>
                <a:latin typeface="Times New Roman" panose="02020603050405020304" pitchFamily="18" charset="0"/>
                <a:ea typeface="Times New Roman" panose="02020603050405020304" pitchFamily="18" charset="0"/>
              </a:rPr>
              <a:t>by</a:t>
            </a:r>
            <a:r>
              <a:rPr lang="en-US" sz="2150" spc="-60" dirty="0">
                <a:effectLst/>
                <a:latin typeface="Times New Roman" panose="02020603050405020304" pitchFamily="18" charset="0"/>
                <a:ea typeface="Times New Roman" panose="02020603050405020304" pitchFamily="18" charset="0"/>
              </a:rPr>
              <a:t> </a:t>
            </a:r>
            <a:r>
              <a:rPr lang="en-US" sz="2150" dirty="0">
                <a:effectLst/>
                <a:latin typeface="Times New Roman" panose="02020603050405020304" pitchFamily="18" charset="0"/>
                <a:ea typeface="Times New Roman" panose="02020603050405020304" pitchFamily="18" charset="0"/>
              </a:rPr>
              <a:t>AICTE,</a:t>
            </a:r>
            <a:r>
              <a:rPr lang="en-US" sz="2150" spc="-40" dirty="0">
                <a:effectLst/>
                <a:latin typeface="Times New Roman" panose="02020603050405020304" pitchFamily="18" charset="0"/>
                <a:ea typeface="Times New Roman" panose="02020603050405020304" pitchFamily="18" charset="0"/>
              </a:rPr>
              <a:t> </a:t>
            </a:r>
            <a:r>
              <a:rPr lang="en-US" sz="2150" dirty="0">
                <a:effectLst/>
                <a:latin typeface="Times New Roman" panose="02020603050405020304" pitchFamily="18" charset="0"/>
                <a:ea typeface="Times New Roman" panose="02020603050405020304" pitchFamily="18" charset="0"/>
              </a:rPr>
              <a:t>New</a:t>
            </a:r>
            <a:r>
              <a:rPr lang="en-US" sz="2150" spc="-30" dirty="0">
                <a:effectLst/>
                <a:latin typeface="Times New Roman" panose="02020603050405020304" pitchFamily="18" charset="0"/>
                <a:ea typeface="Times New Roman" panose="02020603050405020304" pitchFamily="18" charset="0"/>
              </a:rPr>
              <a:t> </a:t>
            </a:r>
            <a:r>
              <a:rPr lang="en-US" sz="2150" dirty="0">
                <a:effectLst/>
                <a:latin typeface="Times New Roman" panose="02020603050405020304" pitchFamily="18" charset="0"/>
                <a:ea typeface="Times New Roman" panose="02020603050405020304" pitchFamily="18" charset="0"/>
              </a:rPr>
              <a:t>Delhi</a:t>
            </a:r>
            <a:r>
              <a:rPr lang="en-US" sz="2150" spc="-35" dirty="0">
                <a:effectLst/>
                <a:latin typeface="Times New Roman" panose="02020603050405020304" pitchFamily="18" charset="0"/>
                <a:ea typeface="Times New Roman" panose="02020603050405020304" pitchFamily="18" charset="0"/>
              </a:rPr>
              <a:t> </a:t>
            </a:r>
            <a:r>
              <a:rPr lang="en-US" sz="2150" dirty="0">
                <a:effectLst/>
                <a:latin typeface="Times New Roman" panose="02020603050405020304" pitchFamily="18" charset="0"/>
                <a:ea typeface="Times New Roman" panose="02020603050405020304" pitchFamily="18" charset="0"/>
              </a:rPr>
              <a:t>&amp;</a:t>
            </a:r>
            <a:r>
              <a:rPr lang="en-US" sz="2150" spc="-60" dirty="0">
                <a:effectLst/>
                <a:latin typeface="Times New Roman" panose="02020603050405020304" pitchFamily="18" charset="0"/>
                <a:ea typeface="Times New Roman" panose="02020603050405020304" pitchFamily="18" charset="0"/>
              </a:rPr>
              <a:t> </a:t>
            </a:r>
            <a:r>
              <a:rPr lang="en-US" sz="2150" dirty="0">
                <a:effectLst/>
                <a:latin typeface="Times New Roman" panose="02020603050405020304" pitchFamily="18" charset="0"/>
                <a:ea typeface="Times New Roman" panose="02020603050405020304" pitchFamily="18" charset="0"/>
              </a:rPr>
              <a:t>Affiliated</a:t>
            </a:r>
            <a:r>
              <a:rPr lang="en-US" sz="2150" spc="-25" dirty="0">
                <a:effectLst/>
                <a:latin typeface="Times New Roman" panose="02020603050405020304" pitchFamily="18" charset="0"/>
                <a:ea typeface="Times New Roman" panose="02020603050405020304" pitchFamily="18" charset="0"/>
              </a:rPr>
              <a:t> </a:t>
            </a:r>
            <a:r>
              <a:rPr lang="en-US" sz="2150" dirty="0">
                <a:effectLst/>
                <a:latin typeface="Times New Roman" panose="02020603050405020304" pitchFamily="18" charset="0"/>
                <a:ea typeface="Times New Roman" panose="02020603050405020304" pitchFamily="18" charset="0"/>
              </a:rPr>
              <a:t>to</a:t>
            </a:r>
            <a:r>
              <a:rPr lang="en-US" sz="2150" spc="-25" dirty="0">
                <a:effectLst/>
                <a:latin typeface="Times New Roman" panose="02020603050405020304" pitchFamily="18" charset="0"/>
                <a:ea typeface="Times New Roman" panose="02020603050405020304" pitchFamily="18" charset="0"/>
              </a:rPr>
              <a:t> </a:t>
            </a:r>
            <a:r>
              <a:rPr lang="en-US" sz="2150" dirty="0">
                <a:effectLst/>
                <a:latin typeface="Times New Roman" panose="02020603050405020304" pitchFamily="18" charset="0"/>
                <a:ea typeface="Times New Roman" panose="02020603050405020304" pitchFamily="18" charset="0"/>
              </a:rPr>
              <a:t>JNTUA,</a:t>
            </a:r>
            <a:r>
              <a:rPr lang="en-US" sz="2150" spc="-65" dirty="0">
                <a:effectLst/>
                <a:latin typeface="Times New Roman" panose="02020603050405020304" pitchFamily="18" charset="0"/>
                <a:ea typeface="Times New Roman" panose="02020603050405020304" pitchFamily="18" charset="0"/>
              </a:rPr>
              <a:t> </a:t>
            </a:r>
            <a:r>
              <a:rPr lang="en-US" sz="2150" spc="-10" dirty="0">
                <a:effectLst/>
                <a:latin typeface="Times New Roman" panose="02020603050405020304" pitchFamily="18" charset="0"/>
                <a:ea typeface="Times New Roman" panose="02020603050405020304" pitchFamily="18" charset="0"/>
              </a:rPr>
              <a:t>Anantapuramu.</a:t>
            </a:r>
            <a:endParaRPr lang="en-IN" sz="2150" dirty="0">
              <a:effectLst/>
              <a:latin typeface="Times New Roman" panose="02020603050405020304" pitchFamily="18" charset="0"/>
              <a:ea typeface="Times New Roman" panose="02020603050405020304" pitchFamily="18" charset="0"/>
            </a:endParaRPr>
          </a:p>
          <a:p>
            <a:pPr marL="5080" marR="1658620" algn="ctr">
              <a:spcBef>
                <a:spcPts val="95"/>
              </a:spcBef>
            </a:pPr>
            <a:r>
              <a:rPr lang="en-US" sz="2150" spc="-10" dirty="0">
                <a:effectLst/>
                <a:latin typeface="Times New Roman" panose="02020603050405020304" pitchFamily="18" charset="0"/>
                <a:ea typeface="Times New Roman" panose="02020603050405020304" pitchFamily="18" charset="0"/>
              </a:rPr>
              <a:t>Approved by</a:t>
            </a:r>
            <a:r>
              <a:rPr lang="en-US" sz="2150" spc="10" dirty="0">
                <a:effectLst/>
                <a:latin typeface="Times New Roman" panose="02020603050405020304" pitchFamily="18" charset="0"/>
                <a:ea typeface="Times New Roman" panose="02020603050405020304" pitchFamily="18" charset="0"/>
              </a:rPr>
              <a:t> </a:t>
            </a:r>
            <a:r>
              <a:rPr lang="en-US" sz="2150" spc="-10" dirty="0">
                <a:effectLst/>
                <a:latin typeface="Times New Roman" panose="02020603050405020304" pitchFamily="18" charset="0"/>
                <a:ea typeface="Times New Roman" panose="02020603050405020304" pitchFamily="18" charset="0"/>
              </a:rPr>
              <a:t>S.B.T.E.T.</a:t>
            </a:r>
            <a:r>
              <a:rPr lang="en-US" sz="2150" spc="-60" dirty="0">
                <a:effectLst/>
                <a:latin typeface="Times New Roman" panose="02020603050405020304" pitchFamily="18" charset="0"/>
                <a:ea typeface="Times New Roman" panose="02020603050405020304" pitchFamily="18" charset="0"/>
              </a:rPr>
              <a:t> </a:t>
            </a:r>
            <a:r>
              <a:rPr lang="en-US" sz="2150" spc="-10" dirty="0">
                <a:effectLst/>
                <a:latin typeface="Times New Roman" panose="02020603050405020304" pitchFamily="18" charset="0"/>
                <a:ea typeface="Times New Roman" panose="02020603050405020304" pitchFamily="18" charset="0"/>
              </a:rPr>
              <a:t>Andhra</a:t>
            </a:r>
            <a:r>
              <a:rPr lang="en-US" sz="2150" spc="-5" dirty="0">
                <a:effectLst/>
                <a:latin typeface="Times New Roman" panose="02020603050405020304" pitchFamily="18" charset="0"/>
                <a:ea typeface="Times New Roman" panose="02020603050405020304" pitchFamily="18" charset="0"/>
              </a:rPr>
              <a:t> </a:t>
            </a:r>
            <a:r>
              <a:rPr lang="en-US" sz="2150" spc="-10" dirty="0">
                <a:effectLst/>
                <a:latin typeface="Times New Roman" panose="02020603050405020304" pitchFamily="18" charset="0"/>
                <a:ea typeface="Times New Roman" panose="02020603050405020304" pitchFamily="18" charset="0"/>
              </a:rPr>
              <a:t>Pradesh.</a:t>
            </a:r>
            <a:endParaRPr lang="en-IN" sz="2150" dirty="0">
              <a:effectLst/>
              <a:latin typeface="Times New Roman" panose="02020603050405020304" pitchFamily="18" charset="0"/>
              <a:ea typeface="Times New Roman" panose="02020603050405020304" pitchFamily="18" charset="0"/>
            </a:endParaRPr>
          </a:p>
          <a:p>
            <a:pPr marR="1658620" algn="ctr">
              <a:spcBef>
                <a:spcPts val="90"/>
              </a:spcBef>
            </a:pPr>
            <a:r>
              <a:rPr lang="en-US" sz="2150" dirty="0">
                <a:effectLst/>
                <a:latin typeface="Times New Roman" panose="02020603050405020304" pitchFamily="18" charset="0"/>
                <a:ea typeface="Times New Roman" panose="02020603050405020304" pitchFamily="18" charset="0"/>
              </a:rPr>
              <a:t>Accredited</a:t>
            </a:r>
            <a:r>
              <a:rPr lang="en-US" sz="2150" spc="-65" dirty="0">
                <a:effectLst/>
                <a:latin typeface="Times New Roman" panose="02020603050405020304" pitchFamily="18" charset="0"/>
                <a:ea typeface="Times New Roman" panose="02020603050405020304" pitchFamily="18" charset="0"/>
              </a:rPr>
              <a:t> </a:t>
            </a:r>
            <a:r>
              <a:rPr lang="en-US" sz="2150" dirty="0">
                <a:effectLst/>
                <a:latin typeface="Times New Roman" panose="02020603050405020304" pitchFamily="18" charset="0"/>
                <a:ea typeface="Times New Roman" panose="02020603050405020304" pitchFamily="18" charset="0"/>
              </a:rPr>
              <a:t>by</a:t>
            </a:r>
            <a:r>
              <a:rPr lang="en-US" sz="2150" spc="-40" dirty="0">
                <a:effectLst/>
                <a:latin typeface="Times New Roman" panose="02020603050405020304" pitchFamily="18" charset="0"/>
                <a:ea typeface="Times New Roman" panose="02020603050405020304" pitchFamily="18" charset="0"/>
              </a:rPr>
              <a:t> </a:t>
            </a:r>
            <a:r>
              <a:rPr lang="en-US" sz="2150" dirty="0">
                <a:effectLst/>
                <a:latin typeface="Times New Roman" panose="02020603050405020304" pitchFamily="18" charset="0"/>
                <a:ea typeface="Times New Roman" panose="02020603050405020304" pitchFamily="18" charset="0"/>
              </a:rPr>
              <a:t>NAAC</a:t>
            </a:r>
            <a:r>
              <a:rPr lang="en-US" sz="2150" spc="-40" dirty="0">
                <a:effectLst/>
                <a:latin typeface="Times New Roman" panose="02020603050405020304" pitchFamily="18" charset="0"/>
                <a:ea typeface="Times New Roman" panose="02020603050405020304" pitchFamily="18" charset="0"/>
              </a:rPr>
              <a:t> </a:t>
            </a:r>
            <a:r>
              <a:rPr lang="en-US" sz="2150" dirty="0">
                <a:effectLst/>
                <a:latin typeface="Times New Roman" panose="02020603050405020304" pitchFamily="18" charset="0"/>
                <a:ea typeface="Times New Roman" panose="02020603050405020304" pitchFamily="18" charset="0"/>
              </a:rPr>
              <a:t>with</a:t>
            </a:r>
            <a:r>
              <a:rPr lang="en-US" sz="2150" spc="-30" dirty="0">
                <a:effectLst/>
                <a:latin typeface="Times New Roman" panose="02020603050405020304" pitchFamily="18" charset="0"/>
                <a:ea typeface="Times New Roman" panose="02020603050405020304" pitchFamily="18" charset="0"/>
              </a:rPr>
              <a:t> </a:t>
            </a:r>
            <a:r>
              <a:rPr lang="en-US" sz="2150" dirty="0">
                <a:effectLst/>
                <a:latin typeface="Times New Roman" panose="02020603050405020304" pitchFamily="18" charset="0"/>
                <a:ea typeface="Times New Roman" panose="02020603050405020304" pitchFamily="18" charset="0"/>
              </a:rPr>
              <a:t>‘A’</a:t>
            </a:r>
            <a:r>
              <a:rPr lang="en-US" sz="2150" spc="-80" dirty="0">
                <a:effectLst/>
                <a:latin typeface="Times New Roman" panose="02020603050405020304" pitchFamily="18" charset="0"/>
                <a:ea typeface="Times New Roman" panose="02020603050405020304" pitchFamily="18" charset="0"/>
              </a:rPr>
              <a:t> </a:t>
            </a:r>
            <a:r>
              <a:rPr lang="en-US" sz="2150" dirty="0">
                <a:effectLst/>
                <a:latin typeface="Times New Roman" panose="02020603050405020304" pitchFamily="18" charset="0"/>
                <a:ea typeface="Times New Roman" panose="02020603050405020304" pitchFamily="18" charset="0"/>
              </a:rPr>
              <a:t>Grade,</a:t>
            </a:r>
            <a:r>
              <a:rPr lang="en-US" sz="2150" spc="-30" dirty="0">
                <a:effectLst/>
                <a:latin typeface="Times New Roman" panose="02020603050405020304" pitchFamily="18" charset="0"/>
                <a:ea typeface="Times New Roman" panose="02020603050405020304" pitchFamily="18" charset="0"/>
              </a:rPr>
              <a:t> </a:t>
            </a:r>
            <a:r>
              <a:rPr lang="en-US" sz="2150" dirty="0">
                <a:effectLst/>
                <a:latin typeface="Times New Roman" panose="02020603050405020304" pitchFamily="18" charset="0"/>
                <a:ea typeface="Times New Roman" panose="02020603050405020304" pitchFamily="18" charset="0"/>
              </a:rPr>
              <a:t>Bangalore</a:t>
            </a:r>
            <a:r>
              <a:rPr lang="en-US" sz="2150" spc="-40" dirty="0">
                <a:effectLst/>
                <a:latin typeface="Times New Roman" panose="02020603050405020304" pitchFamily="18" charset="0"/>
                <a:ea typeface="Times New Roman" panose="02020603050405020304" pitchFamily="18" charset="0"/>
              </a:rPr>
              <a:t> </a:t>
            </a:r>
            <a:r>
              <a:rPr lang="en-US" sz="2150" dirty="0">
                <a:effectLst/>
                <a:latin typeface="Times New Roman" panose="02020603050405020304" pitchFamily="18" charset="0"/>
                <a:ea typeface="Times New Roman" panose="02020603050405020304" pitchFamily="18" charset="0"/>
              </a:rPr>
              <a:t>&amp;</a:t>
            </a:r>
            <a:r>
              <a:rPr lang="en-US" sz="2150" spc="-30" dirty="0">
                <a:effectLst/>
                <a:latin typeface="Times New Roman" panose="02020603050405020304" pitchFamily="18" charset="0"/>
                <a:ea typeface="Times New Roman" panose="02020603050405020304" pitchFamily="18" charset="0"/>
              </a:rPr>
              <a:t> </a:t>
            </a:r>
            <a:r>
              <a:rPr lang="en-US" sz="2150" dirty="0">
                <a:effectLst/>
                <a:latin typeface="Times New Roman" panose="02020603050405020304" pitchFamily="18" charset="0"/>
                <a:ea typeface="Times New Roman" panose="02020603050405020304" pitchFamily="18" charset="0"/>
              </a:rPr>
              <a:t>NBA</a:t>
            </a:r>
            <a:r>
              <a:rPr lang="en-US" sz="2150" spc="-60" dirty="0">
                <a:effectLst/>
                <a:latin typeface="Times New Roman" panose="02020603050405020304" pitchFamily="18" charset="0"/>
                <a:ea typeface="Times New Roman" panose="02020603050405020304" pitchFamily="18" charset="0"/>
              </a:rPr>
              <a:t> </a:t>
            </a:r>
            <a:r>
              <a:rPr lang="en-US" sz="2150" dirty="0">
                <a:effectLst/>
                <a:latin typeface="Times New Roman" panose="02020603050405020304" pitchFamily="18" charset="0"/>
                <a:ea typeface="Times New Roman" panose="02020603050405020304" pitchFamily="18" charset="0"/>
              </a:rPr>
              <a:t>(EEE,</a:t>
            </a:r>
            <a:r>
              <a:rPr lang="en-US" sz="2150" spc="-35" dirty="0">
                <a:effectLst/>
                <a:latin typeface="Times New Roman" panose="02020603050405020304" pitchFamily="18" charset="0"/>
                <a:ea typeface="Times New Roman" panose="02020603050405020304" pitchFamily="18" charset="0"/>
              </a:rPr>
              <a:t> </a:t>
            </a:r>
            <a:r>
              <a:rPr lang="en-US" sz="2150" dirty="0">
                <a:effectLst/>
                <a:latin typeface="Times New Roman" panose="02020603050405020304" pitchFamily="18" charset="0"/>
                <a:ea typeface="Times New Roman" panose="02020603050405020304" pitchFamily="18" charset="0"/>
              </a:rPr>
              <a:t>ECE,</a:t>
            </a:r>
            <a:r>
              <a:rPr lang="en-US" sz="2150" spc="-35" dirty="0">
                <a:effectLst/>
                <a:latin typeface="Times New Roman" panose="02020603050405020304" pitchFamily="18" charset="0"/>
                <a:ea typeface="Times New Roman" panose="02020603050405020304" pitchFamily="18" charset="0"/>
              </a:rPr>
              <a:t> </a:t>
            </a:r>
            <a:r>
              <a:rPr lang="en-US" sz="2150" spc="-20" dirty="0">
                <a:effectLst/>
                <a:latin typeface="Times New Roman" panose="02020603050405020304" pitchFamily="18" charset="0"/>
                <a:ea typeface="Times New Roman" panose="02020603050405020304" pitchFamily="18" charset="0"/>
              </a:rPr>
              <a:t>CSE)</a:t>
            </a:r>
            <a:endParaRPr lang="en-IN" sz="2150" dirty="0">
              <a:effectLst/>
              <a:latin typeface="Times New Roman" panose="02020603050405020304" pitchFamily="18" charset="0"/>
              <a:ea typeface="Times New Roman" panose="02020603050405020304" pitchFamily="18" charset="0"/>
            </a:endParaRPr>
          </a:p>
        </p:txBody>
      </p:sp>
      <p:sp>
        <p:nvSpPr>
          <p:cNvPr id="6" name="TextBox 5">
            <a:extLst>
              <a:ext uri="{FF2B5EF4-FFF2-40B4-BE49-F238E27FC236}">
                <a16:creationId xmlns:a16="http://schemas.microsoft.com/office/drawing/2014/main" xmlns="" id="{21D16F53-B2CC-BBE5-F2F1-85F8273D72E4}"/>
              </a:ext>
            </a:extLst>
          </p:cNvPr>
          <p:cNvSpPr txBox="1"/>
          <p:nvPr/>
        </p:nvSpPr>
        <p:spPr>
          <a:xfrm>
            <a:off x="253811" y="143421"/>
            <a:ext cx="14122777" cy="1066959"/>
          </a:xfrm>
          <a:prstGeom prst="rect">
            <a:avLst/>
          </a:prstGeom>
          <a:noFill/>
        </p:spPr>
        <p:txBody>
          <a:bodyPr wrap="none" rtlCol="0">
            <a:spAutoFit/>
          </a:bodyPr>
          <a:lstStyle/>
          <a:p>
            <a:pPr marL="116840">
              <a:spcBef>
                <a:spcPts val="385"/>
              </a:spcBef>
            </a:pPr>
            <a:r>
              <a:rPr lang="en-US" sz="3600" b="1" spc="-10" dirty="0">
                <a:effectLst/>
                <a:latin typeface="Times New Roman" panose="02020603050405020304" pitchFamily="18" charset="0"/>
                <a:ea typeface="Times New Roman" panose="02020603050405020304" pitchFamily="18" charset="0"/>
              </a:rPr>
              <a:t>ANNAMACHARYA</a:t>
            </a:r>
            <a:r>
              <a:rPr lang="en-US" sz="3600" b="1" spc="-80" dirty="0">
                <a:effectLst/>
                <a:latin typeface="Times New Roman" panose="02020603050405020304" pitchFamily="18" charset="0"/>
                <a:ea typeface="Times New Roman" panose="02020603050405020304" pitchFamily="18" charset="0"/>
              </a:rPr>
              <a:t> </a:t>
            </a:r>
            <a:r>
              <a:rPr lang="en-US" sz="3600" b="1" spc="-10" dirty="0">
                <a:effectLst/>
                <a:latin typeface="Times New Roman" panose="02020603050405020304" pitchFamily="18" charset="0"/>
                <a:ea typeface="Times New Roman" panose="02020603050405020304" pitchFamily="18" charset="0"/>
              </a:rPr>
              <a:t>INSTITUTE</a:t>
            </a:r>
            <a:r>
              <a:rPr lang="en-US" sz="3600" b="1" dirty="0">
                <a:effectLst/>
                <a:latin typeface="Times New Roman" panose="02020603050405020304" pitchFamily="18" charset="0"/>
                <a:ea typeface="Times New Roman" panose="02020603050405020304" pitchFamily="18" charset="0"/>
              </a:rPr>
              <a:t> </a:t>
            </a:r>
            <a:r>
              <a:rPr lang="en-US" sz="3600" b="1" spc="-10" dirty="0">
                <a:effectLst/>
                <a:latin typeface="Times New Roman" panose="02020603050405020304" pitchFamily="18" charset="0"/>
                <a:ea typeface="Times New Roman" panose="02020603050405020304" pitchFamily="18" charset="0"/>
              </a:rPr>
              <a:t>OF</a:t>
            </a:r>
            <a:r>
              <a:rPr lang="en-US" sz="3600" b="1" spc="-95" dirty="0">
                <a:effectLst/>
                <a:latin typeface="Times New Roman" panose="02020603050405020304" pitchFamily="18" charset="0"/>
                <a:ea typeface="Times New Roman" panose="02020603050405020304" pitchFamily="18" charset="0"/>
              </a:rPr>
              <a:t> </a:t>
            </a:r>
            <a:r>
              <a:rPr lang="en-US" sz="3600" b="1" spc="-10" dirty="0">
                <a:effectLst/>
                <a:latin typeface="Times New Roman" panose="02020603050405020304" pitchFamily="18" charset="0"/>
                <a:ea typeface="Times New Roman" panose="02020603050405020304" pitchFamily="18" charset="0"/>
              </a:rPr>
              <a:t>TECHNOLOGY</a:t>
            </a:r>
            <a:r>
              <a:rPr lang="en-US" sz="3600" b="1" spc="-55" dirty="0">
                <a:effectLst/>
                <a:latin typeface="Times New Roman" panose="02020603050405020304" pitchFamily="18" charset="0"/>
                <a:ea typeface="Times New Roman" panose="02020603050405020304" pitchFamily="18" charset="0"/>
              </a:rPr>
              <a:t> </a:t>
            </a:r>
            <a:r>
              <a:rPr lang="en-US" sz="3600" b="1" spc="-10" dirty="0">
                <a:effectLst/>
                <a:latin typeface="Times New Roman" panose="02020603050405020304" pitchFamily="18" charset="0"/>
                <a:ea typeface="Times New Roman" panose="02020603050405020304" pitchFamily="18" charset="0"/>
              </a:rPr>
              <a:t>&amp; SCIENCES</a:t>
            </a:r>
            <a:r>
              <a:rPr lang="en-US" sz="3600" b="1" spc="15" dirty="0">
                <a:effectLst/>
                <a:latin typeface="Times New Roman" panose="02020603050405020304" pitchFamily="18" charset="0"/>
                <a:ea typeface="Times New Roman" panose="02020603050405020304" pitchFamily="18" charset="0"/>
              </a:rPr>
              <a:t> </a:t>
            </a:r>
          </a:p>
          <a:p>
            <a:pPr marL="116840" algn="ctr">
              <a:spcBef>
                <a:spcPts val="385"/>
              </a:spcBef>
            </a:pPr>
            <a:r>
              <a:rPr lang="en-US" sz="2400" b="1" spc="-10" dirty="0">
                <a:effectLst/>
                <a:latin typeface="Times New Roman" panose="02020603050405020304" pitchFamily="18" charset="0"/>
                <a:ea typeface="Times New Roman" panose="02020603050405020304" pitchFamily="18" charset="0"/>
              </a:rPr>
              <a:t>(AUTONOMOUS)</a:t>
            </a:r>
            <a:endParaRPr lang="en-IN" sz="2800" b="1" dirty="0">
              <a:effectLst/>
              <a:latin typeface="Times New Roman" panose="02020603050405020304" pitchFamily="18" charset="0"/>
              <a:ea typeface="Times New Roman" panose="02020603050405020304" pitchFamily="18" charset="0"/>
            </a:endParaRPr>
          </a:p>
        </p:txBody>
      </p:sp>
      <p:sp>
        <p:nvSpPr>
          <p:cNvPr id="9" name="Text 0">
            <a:extLst>
              <a:ext uri="{FF2B5EF4-FFF2-40B4-BE49-F238E27FC236}">
                <a16:creationId xmlns:a16="http://schemas.microsoft.com/office/drawing/2014/main" xmlns="" id="{48FDE05E-C336-4003-C5F7-AAF4F9B519DF}"/>
              </a:ext>
            </a:extLst>
          </p:cNvPr>
          <p:cNvSpPr/>
          <p:nvPr/>
        </p:nvSpPr>
        <p:spPr>
          <a:xfrm>
            <a:off x="1058826" y="2767673"/>
            <a:ext cx="12512745" cy="1023255"/>
          </a:xfrm>
          <a:prstGeom prst="rect">
            <a:avLst/>
          </a:prstGeom>
          <a:noFill/>
          <a:ln/>
        </p:spPr>
        <p:txBody>
          <a:bodyPr wrap="none" lIns="0" tIns="0" rIns="0" bIns="0" rtlCol="0" anchor="t"/>
          <a:lstStyle/>
          <a:p>
            <a:pPr marL="0" indent="0" algn="ctr">
              <a:lnSpc>
                <a:spcPts val="5850"/>
              </a:lnSpc>
              <a:buNone/>
            </a:pPr>
            <a:r>
              <a:rPr lang="en-IN" sz="4800" b="1" dirty="0">
                <a:solidFill>
                  <a:srgbClr val="020202"/>
                </a:solidFill>
                <a:latin typeface="Times New Roman" panose="02020603050405020304" pitchFamily="18" charset="0"/>
                <a:cs typeface="Times New Roman" panose="02020603050405020304" pitchFamily="18" charset="0"/>
              </a:rPr>
              <a:t>SPAM CLASSIFIER USING NAÏVE BAYES</a:t>
            </a:r>
            <a:endParaRPr lang="en-US" sz="4800" b="1" dirty="0">
              <a:latin typeface="Times New Roman" panose="02020603050405020304" pitchFamily="18" charset="0"/>
              <a:cs typeface="Times New Roman" panose="02020603050405020304" pitchFamily="18" charset="0"/>
            </a:endParaRPr>
          </a:p>
        </p:txBody>
      </p:sp>
      <p:sp>
        <p:nvSpPr>
          <p:cNvPr id="11" name="Text 1">
            <a:extLst>
              <a:ext uri="{FF2B5EF4-FFF2-40B4-BE49-F238E27FC236}">
                <a16:creationId xmlns:a16="http://schemas.microsoft.com/office/drawing/2014/main" xmlns="" id="{D11C973B-1E96-5738-EF5B-A00A02217E30}"/>
              </a:ext>
            </a:extLst>
          </p:cNvPr>
          <p:cNvSpPr/>
          <p:nvPr/>
        </p:nvSpPr>
        <p:spPr>
          <a:xfrm>
            <a:off x="835716" y="3991884"/>
            <a:ext cx="13540872" cy="3379956"/>
          </a:xfrm>
          <a:prstGeom prst="rect">
            <a:avLst/>
          </a:prstGeom>
          <a:noFill/>
          <a:ln/>
        </p:spPr>
        <p:txBody>
          <a:bodyPr wrap="square" lIns="0" tIns="0" rIns="0" bIns="0" rtlCol="0" anchor="t"/>
          <a:lstStyle/>
          <a:p>
            <a:pPr marL="0" indent="0" algn="ctr">
              <a:lnSpc>
                <a:spcPts val="2850"/>
              </a:lnSpc>
              <a:buNone/>
            </a:pPr>
            <a:r>
              <a:rPr lang="en-US" sz="3600" b="1" dirty="0">
                <a:solidFill>
                  <a:srgbClr val="383838"/>
                </a:solidFill>
                <a:latin typeface="Times New Roman" panose="02020603050405020304" pitchFamily="18" charset="0"/>
                <a:cs typeface="Times New Roman" panose="02020603050405020304" pitchFamily="18" charset="0"/>
              </a:rPr>
              <a:t>Presenting By</a:t>
            </a:r>
          </a:p>
        </p:txBody>
      </p:sp>
      <p:sp>
        <p:nvSpPr>
          <p:cNvPr id="2" name="Text 1">
            <a:extLst>
              <a:ext uri="{FF2B5EF4-FFF2-40B4-BE49-F238E27FC236}">
                <a16:creationId xmlns:a16="http://schemas.microsoft.com/office/drawing/2014/main" xmlns="" id="{421E3133-A01C-919E-2533-A875FFA3B56F}"/>
              </a:ext>
            </a:extLst>
          </p:cNvPr>
          <p:cNvSpPr/>
          <p:nvPr/>
        </p:nvSpPr>
        <p:spPr>
          <a:xfrm>
            <a:off x="7670907" y="4367356"/>
            <a:ext cx="6917161" cy="2909754"/>
          </a:xfrm>
          <a:prstGeom prst="rect">
            <a:avLst/>
          </a:prstGeom>
          <a:noFill/>
          <a:ln/>
        </p:spPr>
        <p:txBody>
          <a:bodyPr wrap="square" lIns="0" tIns="0" rIns="0" bIns="0" rtlCol="0" anchor="t"/>
          <a:lstStyle/>
          <a:p>
            <a:pPr marL="0" indent="0" algn="just">
              <a:lnSpc>
                <a:spcPts val="2850"/>
              </a:lnSpc>
              <a:buNone/>
            </a:pPr>
            <a:endParaRPr lang="en-US" sz="3000" dirty="0">
              <a:solidFill>
                <a:srgbClr val="383838"/>
              </a:solidFill>
              <a:latin typeface="Times New Roman" panose="02020603050405020304" pitchFamily="18" charset="0"/>
              <a:cs typeface="Times New Roman" panose="02020603050405020304" pitchFamily="18" charset="0"/>
            </a:endParaRPr>
          </a:p>
        </p:txBody>
      </p:sp>
      <p:sp>
        <p:nvSpPr>
          <p:cNvPr id="12" name="Rectangle 11"/>
          <p:cNvSpPr/>
          <p:nvPr/>
        </p:nvSpPr>
        <p:spPr>
          <a:xfrm>
            <a:off x="1523999" y="4702630"/>
            <a:ext cx="12264571" cy="2585323"/>
          </a:xfrm>
          <a:prstGeom prst="rect">
            <a:avLst/>
          </a:prstGeom>
        </p:spPr>
        <p:txBody>
          <a:bodyPr wrap="square">
            <a:spAutoFit/>
          </a:bodyPr>
          <a:lstStyle/>
          <a:p>
            <a:pPr lvl="0" fontAlgn="base">
              <a:spcBef>
                <a:spcPct val="0"/>
              </a:spcBef>
              <a:spcAft>
                <a:spcPct val="0"/>
              </a:spcAft>
              <a:tabLst>
                <a:tab pos="1385888" algn="l"/>
                <a:tab pos="2757488" algn="l"/>
                <a:tab pos="4129088" algn="l"/>
              </a:tabLst>
            </a:pPr>
            <a:r>
              <a:rPr lang="en-US" sz="2700" dirty="0">
                <a:latin typeface="Times New Roman" panose="02020603050405020304" pitchFamily="18" charset="0"/>
                <a:ea typeface="Times New Roman" panose="02020603050405020304" pitchFamily="18" charset="0"/>
                <a:cs typeface="Times New Roman" panose="02020603050405020304" pitchFamily="18" charset="0"/>
              </a:rPr>
              <a:t>                              </a:t>
            </a:r>
            <a:r>
              <a:rPr lang="en-US" sz="2700" dirty="0" smtClean="0">
                <a:latin typeface="Times New Roman" panose="02020603050405020304" pitchFamily="18" charset="0"/>
                <a:ea typeface="Times New Roman" panose="02020603050405020304" pitchFamily="18" charset="0"/>
                <a:cs typeface="Times New Roman" panose="02020603050405020304" pitchFamily="18" charset="0"/>
              </a:rPr>
              <a:t>   22HM1A05B9            S.RUCKSAR</a:t>
            </a:r>
            <a:endParaRPr lang="en-US" sz="2700" dirty="0">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tabLst>
                <a:tab pos="1385888" algn="l"/>
                <a:tab pos="2757488" algn="l"/>
                <a:tab pos="4129088" algn="l"/>
              </a:tabLst>
            </a:pPr>
            <a:r>
              <a:rPr lang="en-US" sz="2700" dirty="0">
                <a:latin typeface="Times New Roman" panose="02020603050405020304" pitchFamily="18" charset="0"/>
                <a:ea typeface="Times New Roman" panose="02020603050405020304" pitchFamily="18" charset="0"/>
                <a:cs typeface="Times New Roman" panose="02020603050405020304" pitchFamily="18" charset="0"/>
              </a:rPr>
              <a:t>22HM1A05C9       </a:t>
            </a:r>
            <a:r>
              <a:rPr lang="en-US" sz="2700" dirty="0" smtClean="0">
                <a:latin typeface="Times New Roman" panose="02020603050405020304" pitchFamily="18" charset="0"/>
                <a:ea typeface="Times New Roman" panose="02020603050405020304" pitchFamily="18" charset="0"/>
                <a:cs typeface="Times New Roman" panose="02020603050405020304" pitchFamily="18" charset="0"/>
              </a:rPr>
              <a:t>  S.SUVARNA</a:t>
            </a:r>
            <a:r>
              <a:rPr lang="en-US" sz="2700" dirty="0">
                <a:latin typeface="Times New Roman" panose="02020603050405020304" pitchFamily="18" charset="0"/>
                <a:ea typeface="Times New Roman" panose="02020603050405020304" pitchFamily="18" charset="0"/>
                <a:cs typeface="Times New Roman" panose="02020603050405020304" pitchFamily="18" charset="0"/>
              </a:rPr>
              <a:t>	     22HM1A05E0      </a:t>
            </a:r>
            <a:r>
              <a:rPr lang="en-US" sz="2700" dirty="0" smtClean="0">
                <a:latin typeface="Times New Roman" panose="02020603050405020304" pitchFamily="18" charset="0"/>
                <a:ea typeface="Times New Roman" panose="02020603050405020304" pitchFamily="18" charset="0"/>
                <a:cs typeface="Times New Roman" panose="02020603050405020304" pitchFamily="18" charset="0"/>
              </a:rPr>
              <a:t>  V.S.MD.KHALID</a:t>
            </a:r>
            <a:endParaRPr lang="en-US" sz="2700" dirty="0">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tabLst>
                <a:tab pos="1385888" algn="l"/>
                <a:tab pos="2757488" algn="l"/>
                <a:tab pos="4129088" algn="l"/>
              </a:tabLst>
            </a:pPr>
            <a:r>
              <a:rPr lang="en-US" sz="2700" dirty="0">
                <a:latin typeface="Times New Roman" panose="02020603050405020304" pitchFamily="18" charset="0"/>
                <a:ea typeface="Times New Roman" panose="02020603050405020304" pitchFamily="18" charset="0"/>
                <a:cs typeface="Times New Roman" panose="02020603050405020304" pitchFamily="18" charset="0"/>
              </a:rPr>
              <a:t>23HM5A0521	 S.VIDYASREE	     22HM1A05A7      </a:t>
            </a:r>
            <a:r>
              <a:rPr lang="en-US" sz="2700" dirty="0" smtClean="0">
                <a:latin typeface="Times New Roman" panose="02020603050405020304" pitchFamily="18" charset="0"/>
                <a:ea typeface="Times New Roman" panose="02020603050405020304" pitchFamily="18" charset="0"/>
                <a:cs typeface="Times New Roman" panose="02020603050405020304" pitchFamily="18" charset="0"/>
              </a:rPr>
              <a:t>  R.KAVYASREE</a:t>
            </a:r>
            <a:endParaRPr lang="en-US" sz="2700" dirty="0">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tabLst>
                <a:tab pos="1385888" algn="l"/>
                <a:tab pos="2757488" algn="l"/>
                <a:tab pos="4129088" algn="l"/>
              </a:tabLst>
            </a:pPr>
            <a:r>
              <a:rPr lang="en-US" sz="2700" dirty="0">
                <a:latin typeface="Times New Roman" panose="02020603050405020304" pitchFamily="18" charset="0"/>
                <a:ea typeface="Times New Roman" panose="02020603050405020304" pitchFamily="18" charset="0"/>
                <a:cs typeface="Times New Roman" panose="02020603050405020304" pitchFamily="18" charset="0"/>
              </a:rPr>
              <a:t>22HM1A05D0	 S.UMAR	               </a:t>
            </a:r>
            <a:r>
              <a:rPr lang="en-US" sz="2700" dirty="0" smtClean="0">
                <a:latin typeface="Times New Roman" panose="02020603050405020304" pitchFamily="18" charset="0"/>
                <a:ea typeface="Times New Roman" panose="02020603050405020304" pitchFamily="18" charset="0"/>
                <a:cs typeface="Times New Roman" panose="02020603050405020304" pitchFamily="18" charset="0"/>
              </a:rPr>
              <a:t>22HM1A05E1</a:t>
            </a:r>
            <a:r>
              <a:rPr lang="en-US" sz="2700" dirty="0">
                <a:latin typeface="Times New Roman" panose="02020603050405020304" pitchFamily="18" charset="0"/>
                <a:ea typeface="Times New Roman" panose="02020603050405020304" pitchFamily="18" charset="0"/>
                <a:cs typeface="Times New Roman" panose="02020603050405020304" pitchFamily="18" charset="0"/>
              </a:rPr>
              <a:t>	     V.CHAKRADHAR</a:t>
            </a:r>
            <a:endParaRPr lang="en-US" sz="2700" dirty="0">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tabLst>
                <a:tab pos="1385888" algn="l"/>
                <a:tab pos="2757488" algn="l"/>
                <a:tab pos="4129088" algn="l"/>
              </a:tabLst>
            </a:pPr>
            <a:r>
              <a:rPr lang="en-US" sz="2700" dirty="0">
                <a:latin typeface="Times New Roman" panose="02020603050405020304" pitchFamily="18" charset="0"/>
                <a:ea typeface="Times New Roman" panose="02020603050405020304" pitchFamily="18" charset="0"/>
                <a:cs typeface="Times New Roman" panose="02020603050405020304" pitchFamily="18" charset="0"/>
              </a:rPr>
              <a:t>23HM5A0522	 S.AFRID	               22HM1A05A8	     S.MOKSHAGNA</a:t>
            </a:r>
            <a:endParaRPr lang="en-US" sz="2700" dirty="0">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tabLst>
                <a:tab pos="1385888" algn="l"/>
                <a:tab pos="2757488" algn="l"/>
                <a:tab pos="4129088" algn="l"/>
              </a:tabLst>
            </a:pPr>
            <a:r>
              <a:rPr lang="en-US" sz="2700" dirty="0">
                <a:latin typeface="Times New Roman" panose="02020603050405020304" pitchFamily="18" charset="0"/>
                <a:ea typeface="Times New Roman" panose="02020603050405020304" pitchFamily="18" charset="0"/>
                <a:cs typeface="Times New Roman" panose="02020603050405020304" pitchFamily="18" charset="0"/>
              </a:rPr>
              <a:t>22HM1A05C0	 </a:t>
            </a:r>
            <a:r>
              <a:rPr lang="en-US" sz="2700" dirty="0" smtClean="0">
                <a:latin typeface="Times New Roman" panose="02020603050405020304" pitchFamily="18" charset="0"/>
                <a:ea typeface="Times New Roman" panose="02020603050405020304" pitchFamily="18" charset="0"/>
                <a:cs typeface="Times New Roman" panose="02020603050405020304" pitchFamily="18" charset="0"/>
              </a:rPr>
              <a:t>S.SADIYA</a:t>
            </a:r>
            <a:r>
              <a:rPr lang="en-US" sz="2700" dirty="0">
                <a:latin typeface="Times New Roman" panose="02020603050405020304" pitchFamily="18" charset="0"/>
                <a:ea typeface="Times New Roman" panose="02020603050405020304" pitchFamily="18" charset="0"/>
                <a:cs typeface="Times New Roman" panose="02020603050405020304" pitchFamily="18" charset="0"/>
              </a:rPr>
              <a:t>	               22HM1A05D1	     T.V.CHARANSAI</a:t>
            </a:r>
            <a:endParaRPr lang="en-US" sz="2700"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59="http://schemas.microsoft.com/office/powerpoint/2015/09/main" xmlns=""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blue and white background&#10;&#10;AI-generated content may be incorrect.">
            <a:extLst>
              <a:ext uri="{FF2B5EF4-FFF2-40B4-BE49-F238E27FC236}">
                <a16:creationId xmlns:a16="http://schemas.microsoft.com/office/drawing/2014/main" xmlns="" id="{2AC53411-51F2-EA4E-99C2-7F1D314BE03E}"/>
              </a:ext>
            </a:extLst>
          </p:cNvPr>
          <p:cNvPicPr>
            <a:picLocks noChangeAspect="1"/>
          </p:cNvPicPr>
          <p:nvPr/>
        </p:nvPicPr>
        <p:blipFill>
          <a:blip r:embed="rId2"/>
          <a:stretch>
            <a:fillRect/>
          </a:stretch>
        </p:blipFill>
        <p:spPr>
          <a:xfrm>
            <a:off x="-1" y="-5443"/>
            <a:ext cx="14660438" cy="8235043"/>
          </a:xfrm>
          <a:prstGeom prst="rect">
            <a:avLst/>
          </a:prstGeom>
        </p:spPr>
      </p:pic>
      <p:sp>
        <p:nvSpPr>
          <p:cNvPr id="3" name="Text 0"/>
          <p:cNvSpPr/>
          <p:nvPr/>
        </p:nvSpPr>
        <p:spPr>
          <a:xfrm>
            <a:off x="204952" y="252248"/>
            <a:ext cx="7556421" cy="1417558"/>
          </a:xfrm>
          <a:prstGeom prst="rect">
            <a:avLst/>
          </a:prstGeom>
          <a:noFill/>
          <a:ln/>
        </p:spPr>
        <p:txBody>
          <a:bodyPr wrap="square" lIns="0" tIns="0" rIns="0" bIns="0" rtlCol="0" anchor="t"/>
          <a:lstStyle/>
          <a:p>
            <a:pPr marL="0" indent="0">
              <a:lnSpc>
                <a:spcPts val="5550"/>
              </a:lnSpc>
              <a:buNone/>
            </a:pPr>
            <a:r>
              <a:rPr lang="en-US" sz="6000" b="1" dirty="0">
                <a:latin typeface="Times New Roman" panose="02020603050405020304" pitchFamily="18" charset="0"/>
                <a:ea typeface="Corben" pitchFamily="34" charset="-122"/>
                <a:cs typeface="Times New Roman" panose="02020603050405020304" pitchFamily="18" charset="0"/>
              </a:rPr>
              <a:t>Table of contents</a:t>
            </a:r>
            <a:endParaRPr lang="en-US" sz="6000" b="1"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xmlns="" id="{5DDF016C-59FF-D0B9-B644-5D64A970894A}"/>
              </a:ext>
            </a:extLst>
          </p:cNvPr>
          <p:cNvSpPr txBox="1"/>
          <p:nvPr/>
        </p:nvSpPr>
        <p:spPr>
          <a:xfrm>
            <a:off x="376971" y="1099686"/>
            <a:ext cx="13773816" cy="6863417"/>
          </a:xfrm>
          <a:prstGeom prst="rect">
            <a:avLst/>
          </a:prstGeom>
          <a:noFill/>
        </p:spPr>
        <p:txBody>
          <a:bodyPr wrap="square" rtlCol="0">
            <a:spAutoFit/>
          </a:bodyPr>
          <a:lstStyle/>
          <a:p>
            <a:pPr marL="514350" indent="-514350" algn="just">
              <a:buFont typeface="+mj-lt"/>
              <a:buAutoNum type="arabicPeriod"/>
            </a:pPr>
            <a:r>
              <a:rPr lang="en-US" sz="4000" dirty="0" smtClean="0">
                <a:latin typeface="Times New Roman" pitchFamily="18" charset="0"/>
                <a:cs typeface="Times New Roman" pitchFamily="18" charset="0"/>
              </a:rPr>
              <a:t>Introduction</a:t>
            </a:r>
          </a:p>
          <a:p>
            <a:pPr marL="514350" indent="-514350" algn="just">
              <a:buFont typeface="+mj-lt"/>
              <a:buAutoNum type="arabicPeriod"/>
            </a:pPr>
            <a:r>
              <a:rPr lang="en-US" sz="4000" dirty="0" smtClean="0">
                <a:latin typeface="Times New Roman" pitchFamily="18" charset="0"/>
                <a:cs typeface="Times New Roman" pitchFamily="18" charset="0"/>
              </a:rPr>
              <a:t>Objective</a:t>
            </a:r>
          </a:p>
          <a:p>
            <a:pPr marL="514350" indent="-514350" algn="just">
              <a:buFont typeface="+mj-lt"/>
              <a:buAutoNum type="arabicPeriod"/>
            </a:pPr>
            <a:r>
              <a:rPr lang="en-US" sz="4000" dirty="0" smtClean="0">
                <a:latin typeface="Times New Roman" pitchFamily="18" charset="0"/>
                <a:cs typeface="Times New Roman" pitchFamily="18" charset="0"/>
              </a:rPr>
              <a:t>System Analysis</a:t>
            </a:r>
            <a:endParaRPr lang="en-US" sz="4000" dirty="0">
              <a:latin typeface="Times New Roman" pitchFamily="18" charset="0"/>
              <a:cs typeface="Times New Roman" pitchFamily="18" charset="0"/>
            </a:endParaRPr>
          </a:p>
          <a:p>
            <a:pPr marL="514350" indent="-514350" algn="just">
              <a:buFont typeface="+mj-lt"/>
              <a:buAutoNum type="arabicPeriod"/>
            </a:pPr>
            <a:r>
              <a:rPr lang="en-US" sz="4000" dirty="0">
                <a:latin typeface="Times New Roman" pitchFamily="18" charset="0"/>
                <a:cs typeface="Times New Roman" pitchFamily="18" charset="0"/>
              </a:rPr>
              <a:t> </a:t>
            </a:r>
            <a:r>
              <a:rPr lang="en-US" sz="4000" dirty="0" smtClean="0">
                <a:latin typeface="Times New Roman" pitchFamily="18" charset="0"/>
                <a:cs typeface="Times New Roman" pitchFamily="18" charset="0"/>
              </a:rPr>
              <a:t>Naive </a:t>
            </a:r>
            <a:r>
              <a:rPr lang="en-US" sz="4000" dirty="0" err="1" smtClean="0">
                <a:latin typeface="Times New Roman" pitchFamily="18" charset="0"/>
                <a:cs typeface="Times New Roman" pitchFamily="18" charset="0"/>
              </a:rPr>
              <a:t>Bayes</a:t>
            </a:r>
            <a:r>
              <a:rPr lang="en-US" sz="4000" dirty="0" smtClean="0">
                <a:latin typeface="Times New Roman" pitchFamily="18" charset="0"/>
                <a:cs typeface="Times New Roman" pitchFamily="18" charset="0"/>
              </a:rPr>
              <a:t> </a:t>
            </a:r>
            <a:r>
              <a:rPr lang="en-US" sz="4000" dirty="0" smtClean="0">
                <a:latin typeface="Times New Roman" pitchFamily="18" charset="0"/>
                <a:cs typeface="Times New Roman" pitchFamily="18" charset="0"/>
              </a:rPr>
              <a:t>Algorithm</a:t>
            </a:r>
            <a:endParaRPr lang="en-US" sz="4000" dirty="0">
              <a:latin typeface="Times New Roman" pitchFamily="18" charset="0"/>
              <a:cs typeface="Times New Roman" pitchFamily="18" charset="0"/>
            </a:endParaRPr>
          </a:p>
          <a:p>
            <a:pPr marL="514350" indent="-514350" algn="just">
              <a:buFont typeface="+mj-lt"/>
              <a:buAutoNum type="arabicPeriod"/>
            </a:pPr>
            <a:r>
              <a:rPr lang="en-US" sz="4000" dirty="0" smtClean="0">
                <a:latin typeface="Times New Roman" pitchFamily="18" charset="0"/>
                <a:cs typeface="Times New Roman" pitchFamily="18" charset="0"/>
              </a:rPr>
              <a:t>Advantages and Disadvantages</a:t>
            </a:r>
          </a:p>
          <a:p>
            <a:pPr marL="514350" indent="-514350" algn="just">
              <a:buFont typeface="+mj-lt"/>
              <a:buAutoNum type="arabicPeriod"/>
            </a:pPr>
            <a:r>
              <a:rPr lang="en-US" sz="4000" dirty="0" smtClean="0">
                <a:latin typeface="Times New Roman" pitchFamily="18" charset="0"/>
                <a:cs typeface="Times New Roman" pitchFamily="18" charset="0"/>
              </a:rPr>
              <a:t>Methodologies</a:t>
            </a:r>
            <a:endParaRPr lang="en-US" sz="4000" dirty="0">
              <a:latin typeface="Times New Roman" pitchFamily="18" charset="0"/>
              <a:cs typeface="Times New Roman" pitchFamily="18" charset="0"/>
            </a:endParaRPr>
          </a:p>
          <a:p>
            <a:pPr marL="514350" indent="-514350" algn="just">
              <a:buFont typeface="+mj-lt"/>
              <a:buAutoNum type="arabicPeriod"/>
            </a:pPr>
            <a:r>
              <a:rPr lang="en-US" sz="4000" dirty="0">
                <a:latin typeface="Times New Roman" pitchFamily="18" charset="0"/>
                <a:cs typeface="Times New Roman" pitchFamily="18" charset="0"/>
              </a:rPr>
              <a:t>System Requirements</a:t>
            </a:r>
          </a:p>
          <a:p>
            <a:pPr marL="514350" indent="-514350" algn="just">
              <a:buFont typeface="+mj-lt"/>
              <a:buAutoNum type="arabicPeriod"/>
            </a:pPr>
            <a:r>
              <a:rPr lang="en-US" sz="4000" dirty="0" smtClean="0">
                <a:latin typeface="Times New Roman" pitchFamily="18" charset="0"/>
                <a:cs typeface="Times New Roman" pitchFamily="18" charset="0"/>
              </a:rPr>
              <a:t>Use Case Diagram &amp; Activity Diagram</a:t>
            </a:r>
          </a:p>
          <a:p>
            <a:pPr marL="514350" indent="-514350" algn="just">
              <a:buFont typeface="+mj-lt"/>
              <a:buAutoNum type="arabicPeriod"/>
            </a:pPr>
            <a:r>
              <a:rPr lang="en-US" sz="4000" dirty="0" smtClean="0">
                <a:latin typeface="Times New Roman" pitchFamily="18" charset="0"/>
                <a:cs typeface="Times New Roman" pitchFamily="18" charset="0"/>
              </a:rPr>
              <a:t>Class </a:t>
            </a:r>
            <a:r>
              <a:rPr lang="en-US" sz="4000" dirty="0" smtClean="0">
                <a:latin typeface="Times New Roman" pitchFamily="18" charset="0"/>
                <a:cs typeface="Times New Roman" pitchFamily="18" charset="0"/>
              </a:rPr>
              <a:t>Diagram </a:t>
            </a:r>
            <a:endParaRPr lang="en-US" sz="4000" dirty="0" smtClean="0">
              <a:latin typeface="Times New Roman" pitchFamily="18" charset="0"/>
              <a:cs typeface="Times New Roman" pitchFamily="18" charset="0"/>
            </a:endParaRPr>
          </a:p>
          <a:p>
            <a:pPr marL="514350" indent="-514350" algn="just">
              <a:buFont typeface="+mj-lt"/>
              <a:buAutoNum type="arabicPeriod"/>
            </a:pPr>
            <a:r>
              <a:rPr lang="en-US" sz="4000" dirty="0" smtClean="0">
                <a:latin typeface="Times New Roman" pitchFamily="18" charset="0"/>
                <a:cs typeface="Times New Roman" pitchFamily="18" charset="0"/>
              </a:rPr>
              <a:t>Execution </a:t>
            </a:r>
            <a:r>
              <a:rPr lang="en-US" sz="4000" dirty="0" smtClean="0">
                <a:latin typeface="Times New Roman" pitchFamily="18" charset="0"/>
                <a:cs typeface="Times New Roman" pitchFamily="18" charset="0"/>
              </a:rPr>
              <a:t>Steps</a:t>
            </a:r>
            <a:endParaRPr lang="en-US" sz="4000" dirty="0">
              <a:latin typeface="Times New Roman" pitchFamily="18" charset="0"/>
              <a:cs typeface="Times New Roman" pitchFamily="18" charset="0"/>
            </a:endParaRPr>
          </a:p>
          <a:p>
            <a:pPr marL="514350" indent="-514350" algn="just">
              <a:buFont typeface="+mj-lt"/>
              <a:buAutoNum type="arabicPeriod"/>
            </a:pPr>
            <a:r>
              <a:rPr lang="en-US" sz="4000" dirty="0" smtClean="0">
                <a:latin typeface="Times New Roman" pitchFamily="18" charset="0"/>
                <a:cs typeface="Times New Roman" pitchFamily="18" charset="0"/>
              </a:rPr>
              <a:t>Conclusion</a:t>
            </a:r>
            <a:endParaRPr lang="en-US" sz="4000" dirty="0">
              <a:latin typeface="Times New Roman" pitchFamily="18" charset="0"/>
              <a:cs typeface="Times New Roman"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blue and white background&#10;&#10;AI-generated content may be incorrect.">
            <a:extLst>
              <a:ext uri="{FF2B5EF4-FFF2-40B4-BE49-F238E27FC236}">
                <a16:creationId xmlns:a16="http://schemas.microsoft.com/office/drawing/2014/main" xmlns="" id="{12FC8575-6803-DCB0-FA04-2817391C6F2A}"/>
              </a:ext>
            </a:extLst>
          </p:cNvPr>
          <p:cNvPicPr>
            <a:picLocks noChangeAspect="1"/>
          </p:cNvPicPr>
          <p:nvPr/>
        </p:nvPicPr>
        <p:blipFill>
          <a:blip r:embed="rId3"/>
          <a:stretch>
            <a:fillRect/>
          </a:stretch>
        </p:blipFill>
        <p:spPr>
          <a:xfrm>
            <a:off x="-1" y="-5443"/>
            <a:ext cx="14660438" cy="8235043"/>
          </a:xfrm>
          <a:prstGeom prst="rect">
            <a:avLst/>
          </a:prstGeom>
        </p:spPr>
      </p:pic>
      <p:sp>
        <p:nvSpPr>
          <p:cNvPr id="3" name="Text 0"/>
          <p:cNvSpPr/>
          <p:nvPr/>
        </p:nvSpPr>
        <p:spPr>
          <a:xfrm>
            <a:off x="376035" y="1515978"/>
            <a:ext cx="10388218" cy="1403685"/>
          </a:xfrm>
          <a:prstGeom prst="rect">
            <a:avLst/>
          </a:prstGeom>
          <a:noFill/>
          <a:ln/>
        </p:spPr>
        <p:txBody>
          <a:bodyPr wrap="square" lIns="0" tIns="0" rIns="0" bIns="0" rtlCol="0" anchor="t"/>
          <a:lstStyle/>
          <a:p>
            <a:pPr marL="0" indent="0">
              <a:buNone/>
            </a:pPr>
            <a:r>
              <a:rPr lang="en-US" sz="4400" b="1" dirty="0">
                <a:latin typeface="Times New Roman" pitchFamily="18" charset="0"/>
                <a:ea typeface="Lora" pitchFamily="34" charset="-122"/>
                <a:cs typeface="Times New Roman" pitchFamily="18" charset="0"/>
              </a:rPr>
              <a:t>Spam Classification with Naive Bayes</a:t>
            </a:r>
            <a:endParaRPr lang="en-US" sz="4400" b="1" dirty="0">
              <a:latin typeface="Times New Roman" pitchFamily="18" charset="0"/>
              <a:cs typeface="Times New Roman" pitchFamily="18" charset="0"/>
            </a:endParaRPr>
          </a:p>
        </p:txBody>
      </p:sp>
      <p:sp>
        <p:nvSpPr>
          <p:cNvPr id="4" name="Text 1"/>
          <p:cNvSpPr/>
          <p:nvPr/>
        </p:nvSpPr>
        <p:spPr>
          <a:xfrm>
            <a:off x="376035" y="2572812"/>
            <a:ext cx="13837270" cy="4870730"/>
          </a:xfrm>
          <a:prstGeom prst="rect">
            <a:avLst/>
          </a:prstGeom>
          <a:noFill/>
          <a:ln/>
        </p:spPr>
        <p:txBody>
          <a:bodyPr wrap="square" lIns="0" tIns="0" rIns="0" bIns="0" rtlCol="0" anchor="t"/>
          <a:lstStyle/>
          <a:p>
            <a:pPr algn="just">
              <a:lnSpc>
                <a:spcPts val="3000"/>
              </a:lnSpc>
            </a:pPr>
            <a:r>
              <a:rPr lang="en-US" sz="2800" dirty="0">
                <a:latin typeface="Times New Roman" pitchFamily="18" charset="0"/>
                <a:cs typeface="Times New Roman" pitchFamily="18" charset="0"/>
              </a:rPr>
              <a:t>	Spam classification is a critical application of machine learning aimed at filtering unwanted or junk messages from legitimate ones. The Naive </a:t>
            </a:r>
            <a:r>
              <a:rPr lang="en-US" sz="2800" dirty="0" err="1">
                <a:latin typeface="Times New Roman" pitchFamily="18" charset="0"/>
                <a:cs typeface="Times New Roman" pitchFamily="18" charset="0"/>
              </a:rPr>
              <a:t>Bayes</a:t>
            </a:r>
            <a:r>
              <a:rPr lang="en-US" sz="2800" dirty="0">
                <a:latin typeface="Times New Roman" pitchFamily="18" charset="0"/>
                <a:cs typeface="Times New Roman" pitchFamily="18" charset="0"/>
              </a:rPr>
              <a:t> algorithm, a probabilistic classifier based on </a:t>
            </a:r>
            <a:r>
              <a:rPr lang="en-US" sz="2800" dirty="0" err="1">
                <a:latin typeface="Times New Roman" pitchFamily="18" charset="0"/>
                <a:cs typeface="Times New Roman" pitchFamily="18" charset="0"/>
              </a:rPr>
              <a:t>Bayes</a:t>
            </a:r>
            <a:r>
              <a:rPr lang="en-US" sz="2800" dirty="0">
                <a:latin typeface="Times New Roman" pitchFamily="18" charset="0"/>
                <a:cs typeface="Times New Roman" pitchFamily="18" charset="0"/>
              </a:rPr>
              <a:t>' theorem, is one of the most effective techniques for this task. It assumes that the features (words in a message) are conditionally independent, simplifying computation while maintaining high accuracy. The process involves data preprocessing, feature extraction using methods like TF-IDF, and training the model on labeled datasets to predict whether a message is spam or ham (non-spam). Despite its assumption of feature independence, Naive </a:t>
            </a:r>
            <a:r>
              <a:rPr lang="en-US" sz="2800" dirty="0" err="1">
                <a:latin typeface="Times New Roman" pitchFamily="18" charset="0"/>
                <a:cs typeface="Times New Roman" pitchFamily="18" charset="0"/>
              </a:rPr>
              <a:t>Bayes</a:t>
            </a:r>
            <a:r>
              <a:rPr lang="en-US" sz="2800" dirty="0">
                <a:latin typeface="Times New Roman" pitchFamily="18" charset="0"/>
                <a:cs typeface="Times New Roman" pitchFamily="18" charset="0"/>
              </a:rPr>
              <a:t> is widely used in spam detection due to its efficiency, scalability, and ability to handle large datasets with minimal computational resources, making it a cornerstone of email security systems like Gmail and Outlook.</a:t>
            </a:r>
          </a:p>
        </p:txBody>
      </p:sp>
      <p:sp>
        <p:nvSpPr>
          <p:cNvPr id="5" name="Text 0"/>
          <p:cNvSpPr/>
          <p:nvPr/>
        </p:nvSpPr>
        <p:spPr>
          <a:xfrm>
            <a:off x="376035" y="368967"/>
            <a:ext cx="8543374" cy="2294021"/>
          </a:xfrm>
          <a:prstGeom prst="rect">
            <a:avLst/>
          </a:prstGeom>
          <a:noFill/>
          <a:ln/>
        </p:spPr>
        <p:txBody>
          <a:bodyPr wrap="square" lIns="0" tIns="0" rIns="0" bIns="0" rtlCol="0" anchor="t"/>
          <a:lstStyle/>
          <a:p>
            <a:pPr marL="0" indent="0">
              <a:buNone/>
            </a:pPr>
            <a:r>
              <a:rPr lang="en-US" sz="6000" b="1" dirty="0">
                <a:latin typeface="Times New Roman" pitchFamily="18" charset="0"/>
                <a:ea typeface="Lora" pitchFamily="34" charset="-122"/>
                <a:cs typeface="Times New Roman" pitchFamily="18" charset="0"/>
              </a:rPr>
              <a:t>Introduction</a:t>
            </a:r>
            <a:endParaRPr lang="en-US" sz="6000" b="1" dirty="0">
              <a:latin typeface="Times New Roman" pitchFamily="18" charset="0"/>
              <a:cs typeface="Times New Roman"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blue and white background&#10;&#10;AI-generated content may be incorrect.">
            <a:extLst>
              <a:ext uri="{FF2B5EF4-FFF2-40B4-BE49-F238E27FC236}">
                <a16:creationId xmlns:a16="http://schemas.microsoft.com/office/drawing/2014/main" xmlns="" id="{E7CAC118-08E8-F1B6-ADB1-E482BBD77813}"/>
              </a:ext>
            </a:extLst>
          </p:cNvPr>
          <p:cNvPicPr>
            <a:picLocks noChangeAspect="1"/>
          </p:cNvPicPr>
          <p:nvPr/>
        </p:nvPicPr>
        <p:blipFill>
          <a:blip r:embed="rId2"/>
          <a:stretch>
            <a:fillRect/>
          </a:stretch>
        </p:blipFill>
        <p:spPr>
          <a:xfrm>
            <a:off x="-1" y="-5443"/>
            <a:ext cx="14660438" cy="8235043"/>
          </a:xfrm>
          <a:prstGeom prst="rect">
            <a:avLst/>
          </a:prstGeom>
        </p:spPr>
      </p:pic>
      <p:sp>
        <p:nvSpPr>
          <p:cNvPr id="3" name="Text 0"/>
          <p:cNvSpPr/>
          <p:nvPr/>
        </p:nvSpPr>
        <p:spPr>
          <a:xfrm>
            <a:off x="376971" y="457200"/>
            <a:ext cx="7556421" cy="1417558"/>
          </a:xfrm>
          <a:prstGeom prst="rect">
            <a:avLst/>
          </a:prstGeom>
          <a:noFill/>
          <a:ln/>
        </p:spPr>
        <p:txBody>
          <a:bodyPr wrap="square" lIns="0" tIns="0" rIns="0" bIns="0" rtlCol="0" anchor="t"/>
          <a:lstStyle/>
          <a:p>
            <a:pPr marL="0" indent="0">
              <a:lnSpc>
                <a:spcPts val="5550"/>
              </a:lnSpc>
              <a:buNone/>
            </a:pPr>
            <a:r>
              <a:rPr lang="en-US" sz="6000" b="1" dirty="0">
                <a:solidFill>
                  <a:srgbClr val="1B1B27"/>
                </a:solidFill>
                <a:latin typeface="Times New Roman" panose="02020603050405020304" pitchFamily="18" charset="0"/>
                <a:ea typeface="Corben" pitchFamily="34" charset="-122"/>
                <a:cs typeface="Times New Roman" panose="02020603050405020304" pitchFamily="18" charset="0"/>
              </a:rPr>
              <a:t>Objective</a:t>
            </a:r>
            <a:endParaRPr lang="en-US" sz="6000" b="1" dirty="0">
              <a:latin typeface="Times New Roman" panose="02020603050405020304" pitchFamily="18" charset="0"/>
              <a:cs typeface="Times New Roman" panose="02020603050405020304" pitchFamily="18" charset="0"/>
            </a:endParaRPr>
          </a:p>
        </p:txBody>
      </p:sp>
      <p:sp>
        <p:nvSpPr>
          <p:cNvPr id="4" name="TextBox 3"/>
          <p:cNvSpPr txBox="1"/>
          <p:nvPr/>
        </p:nvSpPr>
        <p:spPr>
          <a:xfrm>
            <a:off x="376971" y="1876926"/>
            <a:ext cx="13773816" cy="3539430"/>
          </a:xfrm>
          <a:prstGeom prst="rect">
            <a:avLst/>
          </a:prstGeom>
          <a:noFill/>
        </p:spPr>
        <p:txBody>
          <a:bodyPr wrap="square" rtlCol="0">
            <a:spAutoFit/>
          </a:bodyPr>
          <a:lstStyle/>
          <a:p>
            <a:pPr algn="just"/>
            <a:r>
              <a:rPr lang="en-US" sz="2800" dirty="0">
                <a:latin typeface="Times New Roman" pitchFamily="18" charset="0"/>
                <a:cs typeface="Times New Roman" pitchFamily="18" charset="0"/>
              </a:rPr>
              <a:t>	The primary objective of this project is to design and implement a Naive Bayesian spam classifier capable of efficiently distinguishing between spam and non-spam (ham) messages using probabilistic classification. By leveraging the Multinomial Naive Bayes algorithm and TF-IDF vectorization, the system aims to achieve high accuracy in spam detection while maintaining computational efficiency. The project also focuses on evaluating the model's performance using metrics such as accuracy, precision, recall, and F1-score, and exploring future enhancements like advanced feature engineering, hybrid models, and real-time learning to improve adaptability and robustness against evolving spam techniques.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13" name="Picture 12" descr="A blue and white background&#10;&#10;AI-generated content may be incorrect.">
            <a:extLst>
              <a:ext uri="{FF2B5EF4-FFF2-40B4-BE49-F238E27FC236}">
                <a16:creationId xmlns:a16="http://schemas.microsoft.com/office/drawing/2014/main" xmlns="" id="{9382F2B3-70D6-3071-B662-6D920FF3E0E9}"/>
              </a:ext>
            </a:extLst>
          </p:cNvPr>
          <p:cNvPicPr>
            <a:picLocks noChangeAspect="1"/>
          </p:cNvPicPr>
          <p:nvPr/>
        </p:nvPicPr>
        <p:blipFill>
          <a:blip r:embed="rId3"/>
          <a:stretch>
            <a:fillRect/>
          </a:stretch>
        </p:blipFill>
        <p:spPr>
          <a:xfrm>
            <a:off x="-1" y="-5443"/>
            <a:ext cx="14660438" cy="8235043"/>
          </a:xfrm>
          <a:prstGeom prst="rect">
            <a:avLst/>
          </a:prstGeom>
        </p:spPr>
      </p:pic>
      <p:sp>
        <p:nvSpPr>
          <p:cNvPr id="3" name="Text 0"/>
          <p:cNvSpPr/>
          <p:nvPr/>
        </p:nvSpPr>
        <p:spPr>
          <a:xfrm>
            <a:off x="548968" y="538359"/>
            <a:ext cx="6413308" cy="704017"/>
          </a:xfrm>
          <a:prstGeom prst="rect">
            <a:avLst/>
          </a:prstGeom>
          <a:noFill/>
          <a:ln/>
        </p:spPr>
        <p:txBody>
          <a:bodyPr wrap="none" lIns="0" tIns="0" rIns="0" bIns="0" rtlCol="0" anchor="t"/>
          <a:lstStyle/>
          <a:p>
            <a:pPr marL="0" indent="0">
              <a:lnSpc>
                <a:spcPts val="5500"/>
              </a:lnSpc>
              <a:buNone/>
            </a:pPr>
            <a:r>
              <a:rPr lang="en-US" sz="6000" b="1" dirty="0">
                <a:latin typeface="Times New Roman" pitchFamily="18" charset="0"/>
                <a:ea typeface="Lora" pitchFamily="34" charset="-122"/>
                <a:cs typeface="Times New Roman" pitchFamily="18" charset="0"/>
              </a:rPr>
              <a:t>  System Analysis</a:t>
            </a:r>
            <a:endParaRPr lang="en-US" sz="6000" b="1" dirty="0">
              <a:latin typeface="Times New Roman" pitchFamily="18" charset="0"/>
              <a:cs typeface="Times New Roman" pitchFamily="18" charset="0"/>
            </a:endParaRPr>
          </a:p>
        </p:txBody>
      </p:sp>
      <p:sp>
        <p:nvSpPr>
          <p:cNvPr id="4" name="Shape 1"/>
          <p:cNvSpPr/>
          <p:nvPr/>
        </p:nvSpPr>
        <p:spPr>
          <a:xfrm>
            <a:off x="837724" y="1915886"/>
            <a:ext cx="538520" cy="720077"/>
          </a:xfrm>
          <a:prstGeom prst="roundRect">
            <a:avLst>
              <a:gd name="adj" fmla="val 6668"/>
            </a:avLst>
          </a:prstGeom>
          <a:solidFill>
            <a:srgbClr val="F3E7D4"/>
          </a:solidFill>
          <a:ln/>
        </p:spPr>
        <p:txBody>
          <a:bodyPr/>
          <a:lstStyle/>
          <a:p>
            <a:endParaRPr lang="en-IN"/>
          </a:p>
        </p:txBody>
      </p:sp>
      <p:sp>
        <p:nvSpPr>
          <p:cNvPr id="5" name="Text 2"/>
          <p:cNvSpPr/>
          <p:nvPr/>
        </p:nvSpPr>
        <p:spPr>
          <a:xfrm>
            <a:off x="937974" y="2155427"/>
            <a:ext cx="337899" cy="422434"/>
          </a:xfrm>
          <a:prstGeom prst="rect">
            <a:avLst/>
          </a:prstGeom>
          <a:noFill/>
          <a:ln/>
        </p:spPr>
        <p:txBody>
          <a:bodyPr wrap="none" lIns="0" tIns="0" rIns="0" bIns="0" rtlCol="0" anchor="t"/>
          <a:lstStyle/>
          <a:p>
            <a:pPr marL="0" indent="0" algn="ctr">
              <a:lnSpc>
                <a:spcPts val="2650"/>
              </a:lnSpc>
              <a:buNone/>
            </a:pPr>
            <a:r>
              <a:rPr lang="en-US" sz="3600" dirty="0">
                <a:latin typeface="Times New Roman" pitchFamily="18" charset="0"/>
                <a:ea typeface="Lora" pitchFamily="34" charset="-122"/>
                <a:cs typeface="Times New Roman" pitchFamily="18" charset="0"/>
              </a:rPr>
              <a:t>1</a:t>
            </a:r>
            <a:endParaRPr lang="en-US" sz="3600" dirty="0">
              <a:latin typeface="Times New Roman" pitchFamily="18" charset="0"/>
              <a:cs typeface="Times New Roman" pitchFamily="18" charset="0"/>
            </a:endParaRPr>
          </a:p>
        </p:txBody>
      </p:sp>
      <p:sp>
        <p:nvSpPr>
          <p:cNvPr id="6" name="Text 3"/>
          <p:cNvSpPr/>
          <p:nvPr/>
        </p:nvSpPr>
        <p:spPr>
          <a:xfrm>
            <a:off x="1615558" y="2155427"/>
            <a:ext cx="12797127" cy="1532096"/>
          </a:xfrm>
          <a:prstGeom prst="rect">
            <a:avLst/>
          </a:prstGeom>
          <a:noFill/>
          <a:ln/>
        </p:spPr>
        <p:txBody>
          <a:bodyPr wrap="square" lIns="0" tIns="0" rIns="0" bIns="0" rtlCol="0" anchor="t"/>
          <a:lstStyle/>
          <a:p>
            <a:pPr marL="0" indent="0" algn="just">
              <a:lnSpc>
                <a:spcPts val="3000"/>
              </a:lnSpc>
              <a:buNone/>
            </a:pPr>
            <a:r>
              <a:rPr lang="en-US" sz="2800" dirty="0">
                <a:latin typeface="Times New Roman" pitchFamily="18" charset="0"/>
                <a:ea typeface="Source Sans Pro" pitchFamily="34" charset="-122"/>
                <a:cs typeface="Times New Roman" pitchFamily="18" charset="0"/>
              </a:rPr>
              <a:t>Input includes textual data, preprocessed features, and class labels (spam or legitimate).</a:t>
            </a:r>
            <a:endParaRPr lang="en-US" sz="2800" dirty="0">
              <a:latin typeface="Times New Roman" pitchFamily="18" charset="0"/>
              <a:cs typeface="Times New Roman" pitchFamily="18" charset="0"/>
            </a:endParaRPr>
          </a:p>
        </p:txBody>
      </p:sp>
      <p:sp>
        <p:nvSpPr>
          <p:cNvPr id="7" name="Shape 4"/>
          <p:cNvSpPr/>
          <p:nvPr/>
        </p:nvSpPr>
        <p:spPr>
          <a:xfrm>
            <a:off x="837724" y="3520551"/>
            <a:ext cx="538520" cy="684000"/>
          </a:xfrm>
          <a:prstGeom prst="roundRect">
            <a:avLst>
              <a:gd name="adj" fmla="val 6668"/>
            </a:avLst>
          </a:prstGeom>
          <a:solidFill>
            <a:srgbClr val="F3E7D4"/>
          </a:solidFill>
          <a:ln/>
        </p:spPr>
        <p:txBody>
          <a:bodyPr/>
          <a:lstStyle/>
          <a:p>
            <a:endParaRPr lang="en-IN"/>
          </a:p>
        </p:txBody>
      </p:sp>
      <p:sp>
        <p:nvSpPr>
          <p:cNvPr id="8" name="Text 5"/>
          <p:cNvSpPr/>
          <p:nvPr/>
        </p:nvSpPr>
        <p:spPr>
          <a:xfrm>
            <a:off x="937974" y="3716433"/>
            <a:ext cx="337899" cy="422434"/>
          </a:xfrm>
          <a:prstGeom prst="rect">
            <a:avLst/>
          </a:prstGeom>
          <a:noFill/>
          <a:ln/>
        </p:spPr>
        <p:txBody>
          <a:bodyPr wrap="none" lIns="0" tIns="0" rIns="0" bIns="0" rtlCol="0" anchor="t"/>
          <a:lstStyle/>
          <a:p>
            <a:pPr marL="0" indent="0" algn="ctr">
              <a:lnSpc>
                <a:spcPts val="2650"/>
              </a:lnSpc>
              <a:buNone/>
            </a:pPr>
            <a:r>
              <a:rPr lang="en-US" sz="3600" dirty="0">
                <a:latin typeface="Times New Roman" pitchFamily="18" charset="0"/>
                <a:ea typeface="Lora" pitchFamily="34" charset="-122"/>
                <a:cs typeface="Times New Roman" pitchFamily="18" charset="0"/>
              </a:rPr>
              <a:t>2</a:t>
            </a:r>
            <a:endParaRPr lang="en-US" sz="3600" dirty="0">
              <a:latin typeface="Times New Roman" pitchFamily="18" charset="0"/>
              <a:cs typeface="Times New Roman" pitchFamily="18" charset="0"/>
            </a:endParaRPr>
          </a:p>
        </p:txBody>
      </p:sp>
      <p:sp>
        <p:nvSpPr>
          <p:cNvPr id="9" name="Text 6"/>
          <p:cNvSpPr/>
          <p:nvPr/>
        </p:nvSpPr>
        <p:spPr>
          <a:xfrm>
            <a:off x="1615559" y="3520551"/>
            <a:ext cx="12332670" cy="1532096"/>
          </a:xfrm>
          <a:prstGeom prst="rect">
            <a:avLst/>
          </a:prstGeom>
          <a:noFill/>
          <a:ln/>
        </p:spPr>
        <p:txBody>
          <a:bodyPr wrap="square" lIns="0" tIns="0" rIns="0" bIns="0" rtlCol="0" anchor="t"/>
          <a:lstStyle/>
          <a:p>
            <a:pPr marL="0" indent="0" algn="just">
              <a:lnSpc>
                <a:spcPts val="3000"/>
              </a:lnSpc>
              <a:buNone/>
            </a:pPr>
            <a:r>
              <a:rPr lang="en-US" sz="2800" dirty="0">
                <a:latin typeface="Times New Roman" pitchFamily="18" charset="0"/>
                <a:ea typeface="Source Sans Pro" pitchFamily="34" charset="-122"/>
                <a:cs typeface="Times New Roman" pitchFamily="18" charset="0"/>
              </a:rPr>
              <a:t>Processing involves feature extraction, calculating probabilities, and applying classification rules.</a:t>
            </a:r>
            <a:endParaRPr lang="en-US" sz="2800" dirty="0">
              <a:latin typeface="Times New Roman" pitchFamily="18" charset="0"/>
              <a:cs typeface="Times New Roman" pitchFamily="18" charset="0"/>
            </a:endParaRPr>
          </a:p>
        </p:txBody>
      </p:sp>
      <p:sp>
        <p:nvSpPr>
          <p:cNvPr id="10" name="Shape 7"/>
          <p:cNvSpPr/>
          <p:nvPr/>
        </p:nvSpPr>
        <p:spPr>
          <a:xfrm>
            <a:off x="837724" y="5095980"/>
            <a:ext cx="538520" cy="720000"/>
          </a:xfrm>
          <a:prstGeom prst="roundRect">
            <a:avLst>
              <a:gd name="adj" fmla="val 6668"/>
            </a:avLst>
          </a:prstGeom>
          <a:solidFill>
            <a:srgbClr val="F3E7D4"/>
          </a:solidFill>
          <a:ln/>
        </p:spPr>
        <p:txBody>
          <a:bodyPr/>
          <a:lstStyle/>
          <a:p>
            <a:endParaRPr lang="en-IN"/>
          </a:p>
        </p:txBody>
      </p:sp>
      <p:sp>
        <p:nvSpPr>
          <p:cNvPr id="11" name="Text 8"/>
          <p:cNvSpPr/>
          <p:nvPr/>
        </p:nvSpPr>
        <p:spPr>
          <a:xfrm>
            <a:off x="937974" y="5284589"/>
            <a:ext cx="337899" cy="422434"/>
          </a:xfrm>
          <a:prstGeom prst="rect">
            <a:avLst/>
          </a:prstGeom>
          <a:noFill/>
          <a:ln/>
        </p:spPr>
        <p:txBody>
          <a:bodyPr wrap="none" lIns="0" tIns="0" rIns="0" bIns="0" rtlCol="0" anchor="t"/>
          <a:lstStyle/>
          <a:p>
            <a:pPr marL="0" indent="0" algn="ctr">
              <a:lnSpc>
                <a:spcPts val="2650"/>
              </a:lnSpc>
              <a:buNone/>
            </a:pPr>
            <a:r>
              <a:rPr lang="en-US" sz="3600" dirty="0">
                <a:latin typeface="Times New Roman" pitchFamily="18" charset="0"/>
                <a:ea typeface="Lora" pitchFamily="34" charset="-122"/>
                <a:cs typeface="Times New Roman" pitchFamily="18" charset="0"/>
              </a:rPr>
              <a:t>3</a:t>
            </a:r>
            <a:endParaRPr lang="en-US" sz="3600" dirty="0">
              <a:latin typeface="Times New Roman" pitchFamily="18" charset="0"/>
              <a:cs typeface="Times New Roman" pitchFamily="18" charset="0"/>
            </a:endParaRPr>
          </a:p>
        </p:txBody>
      </p:sp>
      <p:sp>
        <p:nvSpPr>
          <p:cNvPr id="12" name="Text 9"/>
          <p:cNvSpPr/>
          <p:nvPr/>
        </p:nvSpPr>
        <p:spPr>
          <a:xfrm>
            <a:off x="1615559" y="5226606"/>
            <a:ext cx="12332670" cy="1149072"/>
          </a:xfrm>
          <a:prstGeom prst="rect">
            <a:avLst/>
          </a:prstGeom>
          <a:noFill/>
          <a:ln/>
        </p:spPr>
        <p:txBody>
          <a:bodyPr wrap="square" lIns="0" tIns="0" rIns="0" bIns="0" rtlCol="0" anchor="t"/>
          <a:lstStyle/>
          <a:p>
            <a:pPr marL="0" indent="0" algn="just">
              <a:lnSpc>
                <a:spcPts val="3000"/>
              </a:lnSpc>
              <a:buNone/>
            </a:pPr>
            <a:r>
              <a:rPr lang="en-US" sz="2800" dirty="0">
                <a:latin typeface="Times New Roman" pitchFamily="18" charset="0"/>
                <a:ea typeface="Source Sans Pro" pitchFamily="34" charset="-122"/>
                <a:cs typeface="Times New Roman" pitchFamily="18" charset="0"/>
              </a:rPr>
              <a:t>Naive Bayes is advantageous for its simplicity and performance with high-dimensional data, but it can struggle with feature dependence.</a:t>
            </a:r>
            <a:endParaRPr lang="en-US" sz="2800" dirty="0">
              <a:latin typeface="Times New Roman" pitchFamily="18" charset="0"/>
              <a:cs typeface="Times New Roman"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10" name="Picture 9" descr="A blue and white background&#10;&#10;AI-generated content may be incorrect.">
            <a:extLst>
              <a:ext uri="{FF2B5EF4-FFF2-40B4-BE49-F238E27FC236}">
                <a16:creationId xmlns:a16="http://schemas.microsoft.com/office/drawing/2014/main" xmlns="" id="{4CF1EE48-8A96-05A8-0BC7-68E965E7EF1C}"/>
              </a:ext>
            </a:extLst>
          </p:cNvPr>
          <p:cNvPicPr>
            <a:picLocks noChangeAspect="1"/>
          </p:cNvPicPr>
          <p:nvPr/>
        </p:nvPicPr>
        <p:blipFill>
          <a:blip r:embed="rId3"/>
          <a:stretch>
            <a:fillRect/>
          </a:stretch>
        </p:blipFill>
        <p:spPr>
          <a:xfrm>
            <a:off x="-1" y="-5443"/>
            <a:ext cx="14660438" cy="8235043"/>
          </a:xfrm>
          <a:prstGeom prst="rect">
            <a:avLst/>
          </a:prstGeom>
        </p:spPr>
      </p:pic>
      <p:sp>
        <p:nvSpPr>
          <p:cNvPr id="2" name="Text 0"/>
          <p:cNvSpPr/>
          <p:nvPr/>
        </p:nvSpPr>
        <p:spPr>
          <a:xfrm>
            <a:off x="436670" y="473623"/>
            <a:ext cx="8226067" cy="1427747"/>
          </a:xfrm>
          <a:prstGeom prst="rect">
            <a:avLst/>
          </a:prstGeom>
          <a:noFill/>
          <a:ln/>
        </p:spPr>
        <p:txBody>
          <a:bodyPr wrap="none" lIns="0" tIns="0" rIns="0" bIns="0" rtlCol="0" anchor="t"/>
          <a:lstStyle/>
          <a:p>
            <a:pPr marL="0" indent="0">
              <a:lnSpc>
                <a:spcPts val="5500"/>
              </a:lnSpc>
              <a:buNone/>
            </a:pPr>
            <a:r>
              <a:rPr lang="en-US" sz="6000" b="1" dirty="0">
                <a:latin typeface="Times New Roman" pitchFamily="18" charset="0"/>
                <a:ea typeface="Lora" pitchFamily="34" charset="-122"/>
                <a:cs typeface="Times New Roman" pitchFamily="18" charset="0"/>
              </a:rPr>
              <a:t>  Naive Bayes Algorithm</a:t>
            </a:r>
            <a:endParaRPr lang="en-US" sz="6000" b="1" dirty="0">
              <a:latin typeface="Times New Roman" pitchFamily="18" charset="0"/>
              <a:cs typeface="Times New Roman" pitchFamily="18" charset="0"/>
            </a:endParaRPr>
          </a:p>
        </p:txBody>
      </p:sp>
      <p:sp>
        <p:nvSpPr>
          <p:cNvPr id="3" name="Text 1"/>
          <p:cNvSpPr/>
          <p:nvPr/>
        </p:nvSpPr>
        <p:spPr>
          <a:xfrm>
            <a:off x="837724" y="2345245"/>
            <a:ext cx="2816185" cy="351949"/>
          </a:xfrm>
          <a:prstGeom prst="rect">
            <a:avLst/>
          </a:prstGeom>
          <a:noFill/>
          <a:ln/>
        </p:spPr>
        <p:txBody>
          <a:bodyPr wrap="none" lIns="0" tIns="0" rIns="0" bIns="0" rtlCol="0" anchor="t"/>
          <a:lstStyle/>
          <a:p>
            <a:pPr marL="0" indent="0" algn="just">
              <a:lnSpc>
                <a:spcPts val="2750"/>
              </a:lnSpc>
              <a:buNone/>
            </a:pPr>
            <a:r>
              <a:rPr lang="en-US" sz="3200" b="1" dirty="0">
                <a:latin typeface="Times New Roman" pitchFamily="18" charset="0"/>
                <a:ea typeface="Lora" pitchFamily="34" charset="-122"/>
                <a:cs typeface="Times New Roman" pitchFamily="18" charset="0"/>
              </a:rPr>
              <a:t>Bayes' Theorem</a:t>
            </a:r>
            <a:endParaRPr lang="en-US" sz="3200" b="1" dirty="0">
              <a:latin typeface="Times New Roman" pitchFamily="18" charset="0"/>
              <a:cs typeface="Times New Roman" pitchFamily="18" charset="0"/>
            </a:endParaRPr>
          </a:p>
        </p:txBody>
      </p:sp>
      <p:sp>
        <p:nvSpPr>
          <p:cNvPr id="4" name="Text 2"/>
          <p:cNvSpPr/>
          <p:nvPr/>
        </p:nvSpPr>
        <p:spPr>
          <a:xfrm>
            <a:off x="837723" y="2936508"/>
            <a:ext cx="6028297" cy="2180923"/>
          </a:xfrm>
          <a:prstGeom prst="rect">
            <a:avLst/>
          </a:prstGeom>
          <a:noFill/>
          <a:ln/>
        </p:spPr>
        <p:txBody>
          <a:bodyPr wrap="square" lIns="0" tIns="0" rIns="0" bIns="0" rtlCol="0" anchor="t"/>
          <a:lstStyle/>
          <a:p>
            <a:pPr marL="0" indent="0" algn="just">
              <a:lnSpc>
                <a:spcPts val="3000"/>
              </a:lnSpc>
              <a:buNone/>
            </a:pPr>
            <a:r>
              <a:rPr lang="en-US" sz="2800" dirty="0">
                <a:latin typeface="Times New Roman" pitchFamily="18" charset="0"/>
                <a:ea typeface="Source Sans Pro" pitchFamily="34" charset="-122"/>
                <a:cs typeface="Times New Roman" pitchFamily="18" charset="0"/>
              </a:rPr>
              <a:t>Bayes' theorem provides a framework for updating beliefs based on new evidence, essential for probabilistic classification</a:t>
            </a:r>
            <a:r>
              <a:rPr lang="en-US" sz="2800" dirty="0" smtClean="0">
                <a:latin typeface="Times New Roman" pitchFamily="18" charset="0"/>
                <a:ea typeface="Source Sans Pro" pitchFamily="34" charset="-122"/>
                <a:cs typeface="Times New Roman" pitchFamily="18" charset="0"/>
              </a:rPr>
              <a:t>.</a:t>
            </a:r>
          </a:p>
          <a:p>
            <a:pPr algn="just">
              <a:lnSpc>
                <a:spcPts val="3000"/>
              </a:lnSpc>
            </a:pPr>
            <a:r>
              <a:rPr lang="en-US" sz="2800" smtClean="0"/>
              <a:t>P(A∣B)=P(A).P(B∣A)/P(B)</a:t>
            </a:r>
            <a:endParaRPr lang="en-US" sz="2800" dirty="0">
              <a:latin typeface="Times New Roman" pitchFamily="18" charset="0"/>
              <a:cs typeface="Times New Roman" pitchFamily="18" charset="0"/>
            </a:endParaRPr>
          </a:p>
        </p:txBody>
      </p:sp>
      <p:sp>
        <p:nvSpPr>
          <p:cNvPr id="5" name="Text 3"/>
          <p:cNvSpPr/>
          <p:nvPr/>
        </p:nvSpPr>
        <p:spPr>
          <a:xfrm>
            <a:off x="7603710" y="2345244"/>
            <a:ext cx="4485060" cy="667994"/>
          </a:xfrm>
          <a:prstGeom prst="rect">
            <a:avLst/>
          </a:prstGeom>
          <a:noFill/>
          <a:ln/>
        </p:spPr>
        <p:txBody>
          <a:bodyPr wrap="none" lIns="0" tIns="0" rIns="0" bIns="0" rtlCol="0" anchor="t"/>
          <a:lstStyle/>
          <a:p>
            <a:pPr marL="0" indent="0" algn="just">
              <a:lnSpc>
                <a:spcPts val="2750"/>
              </a:lnSpc>
              <a:buNone/>
            </a:pPr>
            <a:r>
              <a:rPr lang="en-US" sz="3200" b="1" dirty="0">
                <a:latin typeface="Times New Roman" pitchFamily="18" charset="0"/>
                <a:ea typeface="Lora" pitchFamily="34" charset="-122"/>
                <a:cs typeface="Times New Roman" pitchFamily="18" charset="0"/>
              </a:rPr>
              <a:t>Assumptions</a:t>
            </a:r>
            <a:endParaRPr lang="en-US" sz="3200" b="1" dirty="0">
              <a:latin typeface="Times New Roman" pitchFamily="18" charset="0"/>
              <a:cs typeface="Times New Roman" pitchFamily="18" charset="0"/>
            </a:endParaRPr>
          </a:p>
        </p:txBody>
      </p:sp>
      <p:sp>
        <p:nvSpPr>
          <p:cNvPr id="6" name="Text 4"/>
          <p:cNvSpPr/>
          <p:nvPr/>
        </p:nvSpPr>
        <p:spPr>
          <a:xfrm>
            <a:off x="7603708" y="2936508"/>
            <a:ext cx="6256671" cy="2180922"/>
          </a:xfrm>
          <a:prstGeom prst="rect">
            <a:avLst/>
          </a:prstGeom>
          <a:noFill/>
          <a:ln/>
        </p:spPr>
        <p:txBody>
          <a:bodyPr wrap="square" lIns="0" tIns="0" rIns="0" bIns="0" rtlCol="0" anchor="t"/>
          <a:lstStyle/>
          <a:p>
            <a:pPr marL="0" indent="0" algn="just">
              <a:lnSpc>
                <a:spcPts val="3000"/>
              </a:lnSpc>
              <a:buNone/>
            </a:pPr>
            <a:r>
              <a:rPr lang="en-US" sz="2800" dirty="0">
                <a:latin typeface="Times New Roman" pitchFamily="18" charset="0"/>
                <a:ea typeface="Source Sans Pro" pitchFamily="34" charset="-122"/>
                <a:cs typeface="Times New Roman" pitchFamily="18" charset="0"/>
              </a:rPr>
              <a:t>The Naive Bayes classifier assumes conditional independence between features, simplifying computations.</a:t>
            </a:r>
            <a:endParaRPr lang="en-US" sz="2800" dirty="0">
              <a:latin typeface="Times New Roman" pitchFamily="18" charset="0"/>
              <a:cs typeface="Times New Roman" pitchFamily="18" charset="0"/>
            </a:endParaRPr>
          </a:p>
        </p:txBody>
      </p:sp>
      <p:sp>
        <p:nvSpPr>
          <p:cNvPr id="7" name="Text 5"/>
          <p:cNvSpPr/>
          <p:nvPr/>
        </p:nvSpPr>
        <p:spPr>
          <a:xfrm>
            <a:off x="4282199" y="4940972"/>
            <a:ext cx="4778788" cy="834190"/>
          </a:xfrm>
          <a:prstGeom prst="rect">
            <a:avLst/>
          </a:prstGeom>
          <a:noFill/>
          <a:ln/>
        </p:spPr>
        <p:txBody>
          <a:bodyPr wrap="none" lIns="0" tIns="0" rIns="0" bIns="0" rtlCol="0" anchor="t"/>
          <a:lstStyle/>
          <a:p>
            <a:pPr marL="0" indent="0" algn="just">
              <a:lnSpc>
                <a:spcPts val="2750"/>
              </a:lnSpc>
              <a:buNone/>
            </a:pPr>
            <a:r>
              <a:rPr lang="en-US" sz="3200" b="1" dirty="0">
                <a:latin typeface="Times New Roman" pitchFamily="18" charset="0"/>
                <a:ea typeface="Lora" pitchFamily="34" charset="-122"/>
                <a:cs typeface="Times New Roman" pitchFamily="18" charset="0"/>
              </a:rPr>
              <a:t>Spam Classification Steps</a:t>
            </a:r>
            <a:endParaRPr lang="en-US" sz="3200" b="1" dirty="0">
              <a:latin typeface="Times New Roman" pitchFamily="18" charset="0"/>
              <a:cs typeface="Times New Roman" pitchFamily="18" charset="0"/>
            </a:endParaRPr>
          </a:p>
        </p:txBody>
      </p:sp>
      <p:sp>
        <p:nvSpPr>
          <p:cNvPr id="8" name="Text 6"/>
          <p:cNvSpPr/>
          <p:nvPr/>
        </p:nvSpPr>
        <p:spPr>
          <a:xfrm>
            <a:off x="4282198" y="5532236"/>
            <a:ext cx="7059569" cy="1532096"/>
          </a:xfrm>
          <a:prstGeom prst="rect">
            <a:avLst/>
          </a:prstGeom>
          <a:noFill/>
          <a:ln/>
        </p:spPr>
        <p:txBody>
          <a:bodyPr wrap="square" lIns="0" tIns="0" rIns="0" bIns="0" rtlCol="0" anchor="t"/>
          <a:lstStyle/>
          <a:p>
            <a:pPr marL="0" indent="0" algn="just">
              <a:lnSpc>
                <a:spcPts val="3000"/>
              </a:lnSpc>
              <a:buNone/>
            </a:pPr>
            <a:r>
              <a:rPr lang="en-US" sz="2800" dirty="0">
                <a:latin typeface="Times New Roman" pitchFamily="18" charset="0"/>
                <a:ea typeface="Source Sans Pro" pitchFamily="34" charset="-122"/>
                <a:cs typeface="Times New Roman" pitchFamily="18" charset="0"/>
              </a:rPr>
              <a:t>The process involves data preprocessing, feature extraction, model training, classification, and evaluation.</a:t>
            </a:r>
            <a:endParaRPr lang="en-US" sz="2800" dirty="0">
              <a:latin typeface="Times New Roman" pitchFamily="18" charset="0"/>
              <a:cs typeface="Times New Roman"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3" name="Picture 22" descr="A blue and white background&#10;&#10;AI-generated content may be incorrect.">
            <a:extLst>
              <a:ext uri="{FF2B5EF4-FFF2-40B4-BE49-F238E27FC236}">
                <a16:creationId xmlns:a16="http://schemas.microsoft.com/office/drawing/2014/main" xmlns="" id="{B8D3C70B-3907-CF35-A52A-809830AFDF70}"/>
              </a:ext>
            </a:extLst>
          </p:cNvPr>
          <p:cNvPicPr>
            <a:picLocks noChangeAspect="1"/>
          </p:cNvPicPr>
          <p:nvPr/>
        </p:nvPicPr>
        <p:blipFill>
          <a:blip r:embed="rId3"/>
          <a:stretch>
            <a:fillRect/>
          </a:stretch>
        </p:blipFill>
        <p:spPr>
          <a:xfrm>
            <a:off x="-1" y="-5443"/>
            <a:ext cx="14660438" cy="8235043"/>
          </a:xfrm>
          <a:prstGeom prst="rect">
            <a:avLst/>
          </a:prstGeom>
        </p:spPr>
      </p:pic>
      <p:sp>
        <p:nvSpPr>
          <p:cNvPr id="2" name="Text 0"/>
          <p:cNvSpPr/>
          <p:nvPr/>
        </p:nvSpPr>
        <p:spPr>
          <a:xfrm>
            <a:off x="620316" y="487322"/>
            <a:ext cx="10479484" cy="875705"/>
          </a:xfrm>
          <a:prstGeom prst="rect">
            <a:avLst/>
          </a:prstGeom>
          <a:noFill/>
          <a:ln/>
        </p:spPr>
        <p:txBody>
          <a:bodyPr wrap="none" lIns="0" tIns="0" rIns="0" bIns="0" rtlCol="0" anchor="t"/>
          <a:lstStyle/>
          <a:p>
            <a:pPr marL="0" indent="0">
              <a:lnSpc>
                <a:spcPts val="4100"/>
              </a:lnSpc>
              <a:buNone/>
            </a:pPr>
            <a:r>
              <a:rPr lang="en-US" sz="6000" b="1" dirty="0">
                <a:latin typeface="Times New Roman" pitchFamily="18" charset="0"/>
                <a:ea typeface="Lora" pitchFamily="34" charset="-122"/>
                <a:cs typeface="Times New Roman" pitchFamily="18" charset="0"/>
              </a:rPr>
              <a:t>Advantages and Disadvantages</a:t>
            </a:r>
            <a:endParaRPr lang="en-US" sz="6000" b="1" dirty="0">
              <a:latin typeface="Times New Roman" pitchFamily="18" charset="0"/>
              <a:cs typeface="Times New Roman" pitchFamily="18" charset="0"/>
            </a:endParaRPr>
          </a:p>
        </p:txBody>
      </p:sp>
      <p:pic>
        <p:nvPicPr>
          <p:cNvPr id="3" name="Image 0" descr="preencoded.png"/>
          <p:cNvPicPr>
            <a:picLocks noChangeAspect="1"/>
          </p:cNvPicPr>
          <p:nvPr/>
        </p:nvPicPr>
        <p:blipFill>
          <a:blip r:embed="rId4"/>
          <a:stretch>
            <a:fillRect/>
          </a:stretch>
        </p:blipFill>
        <p:spPr>
          <a:xfrm>
            <a:off x="620316" y="1363028"/>
            <a:ext cx="886182" cy="1063466"/>
          </a:xfrm>
          <a:prstGeom prst="rect">
            <a:avLst/>
          </a:prstGeom>
        </p:spPr>
      </p:pic>
      <p:sp>
        <p:nvSpPr>
          <p:cNvPr id="4" name="Text 1"/>
          <p:cNvSpPr/>
          <p:nvPr/>
        </p:nvSpPr>
        <p:spPr>
          <a:xfrm>
            <a:off x="1772364" y="1540193"/>
            <a:ext cx="2085142" cy="260509"/>
          </a:xfrm>
          <a:prstGeom prst="rect">
            <a:avLst/>
          </a:prstGeom>
          <a:noFill/>
          <a:ln/>
        </p:spPr>
        <p:txBody>
          <a:bodyPr wrap="none" lIns="0" tIns="0" rIns="0" bIns="0" rtlCol="0" anchor="t"/>
          <a:lstStyle/>
          <a:p>
            <a:pPr marL="0" indent="0" algn="l">
              <a:lnSpc>
                <a:spcPts val="2050"/>
              </a:lnSpc>
              <a:buNone/>
            </a:pPr>
            <a:r>
              <a:rPr lang="en-US" sz="3200" b="1" dirty="0">
                <a:latin typeface="Times New Roman" pitchFamily="18" charset="0"/>
                <a:ea typeface="Lora" pitchFamily="34" charset="-122"/>
                <a:cs typeface="Times New Roman" pitchFamily="18" charset="0"/>
              </a:rPr>
              <a:t>Simple</a:t>
            </a:r>
            <a:endParaRPr lang="en-US" sz="2800" b="1" dirty="0">
              <a:latin typeface="Times New Roman" pitchFamily="18" charset="0"/>
              <a:cs typeface="Times New Roman" pitchFamily="18" charset="0"/>
            </a:endParaRPr>
          </a:p>
        </p:txBody>
      </p:sp>
      <p:sp>
        <p:nvSpPr>
          <p:cNvPr id="5" name="Text 2"/>
          <p:cNvSpPr/>
          <p:nvPr/>
        </p:nvSpPr>
        <p:spPr>
          <a:xfrm>
            <a:off x="1772364" y="1907024"/>
            <a:ext cx="12237720" cy="283607"/>
          </a:xfrm>
          <a:prstGeom prst="rect">
            <a:avLst/>
          </a:prstGeom>
          <a:noFill/>
          <a:ln/>
        </p:spPr>
        <p:txBody>
          <a:bodyPr wrap="none" lIns="0" tIns="0" rIns="0" bIns="0" rtlCol="0" anchor="t"/>
          <a:lstStyle/>
          <a:p>
            <a:pPr marL="0" indent="0" algn="l">
              <a:lnSpc>
                <a:spcPts val="2200"/>
              </a:lnSpc>
              <a:buNone/>
            </a:pPr>
            <a:r>
              <a:rPr lang="en-US" sz="2800" dirty="0">
                <a:latin typeface="Times New Roman" pitchFamily="18" charset="0"/>
                <a:ea typeface="Source Sans Pro" pitchFamily="34" charset="-122"/>
                <a:cs typeface="Times New Roman" pitchFamily="18" charset="0"/>
              </a:rPr>
              <a:t>Easy to understand and implement, requiring minimal computational complexity.</a:t>
            </a:r>
            <a:endParaRPr lang="en-US" sz="2800" dirty="0">
              <a:latin typeface="Times New Roman" pitchFamily="18" charset="0"/>
              <a:cs typeface="Times New Roman" pitchFamily="18" charset="0"/>
            </a:endParaRPr>
          </a:p>
        </p:txBody>
      </p:sp>
      <p:pic>
        <p:nvPicPr>
          <p:cNvPr id="6" name="Image 1" descr="preencoded.png"/>
          <p:cNvPicPr>
            <a:picLocks noChangeAspect="1"/>
          </p:cNvPicPr>
          <p:nvPr/>
        </p:nvPicPr>
        <p:blipFill>
          <a:blip r:embed="rId5"/>
          <a:stretch>
            <a:fillRect/>
          </a:stretch>
        </p:blipFill>
        <p:spPr>
          <a:xfrm>
            <a:off x="620316" y="2426494"/>
            <a:ext cx="886182" cy="1063466"/>
          </a:xfrm>
          <a:prstGeom prst="rect">
            <a:avLst/>
          </a:prstGeom>
        </p:spPr>
      </p:pic>
      <p:sp>
        <p:nvSpPr>
          <p:cNvPr id="7" name="Text 3"/>
          <p:cNvSpPr/>
          <p:nvPr/>
        </p:nvSpPr>
        <p:spPr>
          <a:xfrm>
            <a:off x="1772364" y="2603659"/>
            <a:ext cx="2085142" cy="260509"/>
          </a:xfrm>
          <a:prstGeom prst="rect">
            <a:avLst/>
          </a:prstGeom>
          <a:noFill/>
          <a:ln/>
        </p:spPr>
        <p:txBody>
          <a:bodyPr wrap="none" lIns="0" tIns="0" rIns="0" bIns="0" rtlCol="0" anchor="t"/>
          <a:lstStyle/>
          <a:p>
            <a:pPr marL="0" indent="0" algn="l">
              <a:lnSpc>
                <a:spcPts val="2050"/>
              </a:lnSpc>
              <a:buNone/>
            </a:pPr>
            <a:r>
              <a:rPr lang="en-US" sz="3200" b="1" dirty="0">
                <a:latin typeface="Times New Roman" pitchFamily="18" charset="0"/>
                <a:ea typeface="Lora" pitchFamily="34" charset="-122"/>
                <a:cs typeface="Times New Roman" pitchFamily="18" charset="0"/>
              </a:rPr>
              <a:t>Fast</a:t>
            </a:r>
            <a:endParaRPr lang="en-US" sz="3200" b="1" dirty="0">
              <a:latin typeface="Times New Roman" pitchFamily="18" charset="0"/>
              <a:cs typeface="Times New Roman" pitchFamily="18" charset="0"/>
            </a:endParaRPr>
          </a:p>
        </p:txBody>
      </p:sp>
      <p:sp>
        <p:nvSpPr>
          <p:cNvPr id="8" name="Text 4"/>
          <p:cNvSpPr/>
          <p:nvPr/>
        </p:nvSpPr>
        <p:spPr>
          <a:xfrm>
            <a:off x="1772364" y="2970490"/>
            <a:ext cx="12237720" cy="283607"/>
          </a:xfrm>
          <a:prstGeom prst="rect">
            <a:avLst/>
          </a:prstGeom>
          <a:noFill/>
          <a:ln/>
        </p:spPr>
        <p:txBody>
          <a:bodyPr wrap="none" lIns="0" tIns="0" rIns="0" bIns="0" rtlCol="0" anchor="t"/>
          <a:lstStyle/>
          <a:p>
            <a:pPr marL="0" indent="0" algn="l">
              <a:lnSpc>
                <a:spcPts val="2200"/>
              </a:lnSpc>
              <a:buNone/>
            </a:pPr>
            <a:r>
              <a:rPr lang="en-US" sz="2800" dirty="0">
                <a:latin typeface="Times New Roman" pitchFamily="18" charset="0"/>
                <a:ea typeface="Source Sans Pro" pitchFamily="34" charset="-122"/>
                <a:cs typeface="Times New Roman" pitchFamily="18" charset="0"/>
              </a:rPr>
              <a:t>Provides efficient classification, making it suitable for real-time applications.</a:t>
            </a:r>
            <a:endParaRPr lang="en-US" sz="2800" dirty="0">
              <a:latin typeface="Times New Roman" pitchFamily="18" charset="0"/>
              <a:cs typeface="Times New Roman" pitchFamily="18" charset="0"/>
            </a:endParaRPr>
          </a:p>
        </p:txBody>
      </p:sp>
      <p:pic>
        <p:nvPicPr>
          <p:cNvPr id="9" name="Image 2" descr="preencoded.png"/>
          <p:cNvPicPr>
            <a:picLocks noChangeAspect="1"/>
          </p:cNvPicPr>
          <p:nvPr/>
        </p:nvPicPr>
        <p:blipFill>
          <a:blip r:embed="rId6"/>
          <a:stretch>
            <a:fillRect/>
          </a:stretch>
        </p:blipFill>
        <p:spPr>
          <a:xfrm>
            <a:off x="620316" y="3489960"/>
            <a:ext cx="886182" cy="1063466"/>
          </a:xfrm>
          <a:prstGeom prst="rect">
            <a:avLst/>
          </a:prstGeom>
        </p:spPr>
      </p:pic>
      <p:sp>
        <p:nvSpPr>
          <p:cNvPr id="10" name="Text 5"/>
          <p:cNvSpPr/>
          <p:nvPr/>
        </p:nvSpPr>
        <p:spPr>
          <a:xfrm>
            <a:off x="1772364" y="3667125"/>
            <a:ext cx="2085142" cy="260509"/>
          </a:xfrm>
          <a:prstGeom prst="rect">
            <a:avLst/>
          </a:prstGeom>
          <a:noFill/>
          <a:ln/>
        </p:spPr>
        <p:txBody>
          <a:bodyPr wrap="none" lIns="0" tIns="0" rIns="0" bIns="0" rtlCol="0" anchor="t"/>
          <a:lstStyle/>
          <a:p>
            <a:pPr marL="0" indent="0" algn="l">
              <a:lnSpc>
                <a:spcPts val="2050"/>
              </a:lnSpc>
              <a:buNone/>
            </a:pPr>
            <a:r>
              <a:rPr lang="en-US" sz="3200" b="1" dirty="0">
                <a:latin typeface="Times New Roman" pitchFamily="18" charset="0"/>
                <a:ea typeface="Lora" pitchFamily="34" charset="-122"/>
                <a:cs typeface="Times New Roman" pitchFamily="18" charset="0"/>
              </a:rPr>
              <a:t>Effective</a:t>
            </a:r>
            <a:endParaRPr lang="en-US" sz="3200" b="1" dirty="0">
              <a:latin typeface="Times New Roman" pitchFamily="18" charset="0"/>
              <a:cs typeface="Times New Roman" pitchFamily="18" charset="0"/>
            </a:endParaRPr>
          </a:p>
        </p:txBody>
      </p:sp>
      <p:sp>
        <p:nvSpPr>
          <p:cNvPr id="11" name="Text 6"/>
          <p:cNvSpPr/>
          <p:nvPr/>
        </p:nvSpPr>
        <p:spPr>
          <a:xfrm>
            <a:off x="1772364" y="4033957"/>
            <a:ext cx="12237720" cy="283607"/>
          </a:xfrm>
          <a:prstGeom prst="rect">
            <a:avLst/>
          </a:prstGeom>
          <a:noFill/>
          <a:ln/>
        </p:spPr>
        <p:txBody>
          <a:bodyPr wrap="none" lIns="0" tIns="0" rIns="0" bIns="0" rtlCol="0" anchor="t"/>
          <a:lstStyle/>
          <a:p>
            <a:pPr marL="0" indent="0" algn="l">
              <a:lnSpc>
                <a:spcPts val="2200"/>
              </a:lnSpc>
              <a:buNone/>
            </a:pPr>
            <a:r>
              <a:rPr lang="en-US" sz="2800" dirty="0">
                <a:latin typeface="Times New Roman" pitchFamily="18" charset="0"/>
                <a:ea typeface="Source Sans Pro" pitchFamily="34" charset="-122"/>
                <a:cs typeface="Times New Roman" pitchFamily="18" charset="0"/>
              </a:rPr>
              <a:t>Performs well with high-dimensional data, handling numerous features effectively.</a:t>
            </a:r>
            <a:endParaRPr lang="en-US" sz="2800" dirty="0">
              <a:latin typeface="Times New Roman" pitchFamily="18" charset="0"/>
              <a:cs typeface="Times New Roman" pitchFamily="18" charset="0"/>
            </a:endParaRPr>
          </a:p>
        </p:txBody>
      </p:sp>
      <p:pic>
        <p:nvPicPr>
          <p:cNvPr id="12" name="Image 3" descr="preencoded.png"/>
          <p:cNvPicPr>
            <a:picLocks noChangeAspect="1"/>
          </p:cNvPicPr>
          <p:nvPr/>
        </p:nvPicPr>
        <p:blipFill>
          <a:blip r:embed="rId7"/>
          <a:stretch>
            <a:fillRect/>
          </a:stretch>
        </p:blipFill>
        <p:spPr>
          <a:xfrm>
            <a:off x="620316" y="4553426"/>
            <a:ext cx="886182" cy="1063466"/>
          </a:xfrm>
          <a:prstGeom prst="rect">
            <a:avLst/>
          </a:prstGeom>
        </p:spPr>
      </p:pic>
      <p:sp>
        <p:nvSpPr>
          <p:cNvPr id="13" name="Text 7"/>
          <p:cNvSpPr/>
          <p:nvPr/>
        </p:nvSpPr>
        <p:spPr>
          <a:xfrm>
            <a:off x="1772364" y="4730591"/>
            <a:ext cx="3728550" cy="650439"/>
          </a:xfrm>
          <a:prstGeom prst="rect">
            <a:avLst/>
          </a:prstGeom>
          <a:noFill/>
          <a:ln/>
        </p:spPr>
        <p:txBody>
          <a:bodyPr wrap="none" lIns="0" tIns="0" rIns="0" bIns="0" rtlCol="0" anchor="t"/>
          <a:lstStyle/>
          <a:p>
            <a:pPr marL="0" indent="0" algn="l">
              <a:lnSpc>
                <a:spcPts val="2050"/>
              </a:lnSpc>
              <a:buNone/>
            </a:pPr>
            <a:r>
              <a:rPr lang="en-US" sz="3200" b="1" dirty="0">
                <a:latin typeface="Times New Roman" pitchFamily="18" charset="0"/>
                <a:ea typeface="Lora" pitchFamily="34" charset="-122"/>
                <a:cs typeface="Times New Roman" pitchFamily="18" charset="0"/>
              </a:rPr>
              <a:t>Naive Assumption</a:t>
            </a:r>
            <a:endParaRPr lang="en-US" sz="3200" b="1" dirty="0">
              <a:latin typeface="Times New Roman" pitchFamily="18" charset="0"/>
              <a:cs typeface="Times New Roman" pitchFamily="18" charset="0"/>
            </a:endParaRPr>
          </a:p>
        </p:txBody>
      </p:sp>
      <p:sp>
        <p:nvSpPr>
          <p:cNvPr id="14" name="Text 8"/>
          <p:cNvSpPr/>
          <p:nvPr/>
        </p:nvSpPr>
        <p:spPr>
          <a:xfrm>
            <a:off x="1772364" y="5097423"/>
            <a:ext cx="12237720" cy="283607"/>
          </a:xfrm>
          <a:prstGeom prst="rect">
            <a:avLst/>
          </a:prstGeom>
          <a:noFill/>
          <a:ln/>
        </p:spPr>
        <p:txBody>
          <a:bodyPr wrap="none" lIns="0" tIns="0" rIns="0" bIns="0" rtlCol="0" anchor="t"/>
          <a:lstStyle/>
          <a:p>
            <a:pPr marL="0" indent="0" algn="l">
              <a:lnSpc>
                <a:spcPts val="2200"/>
              </a:lnSpc>
              <a:buNone/>
            </a:pPr>
            <a:r>
              <a:rPr lang="en-US" sz="2800" dirty="0">
                <a:latin typeface="Times New Roman" pitchFamily="18" charset="0"/>
                <a:ea typeface="Source Sans Pro" pitchFamily="34" charset="-122"/>
                <a:cs typeface="Times New Roman" pitchFamily="18" charset="0"/>
              </a:rPr>
              <a:t>The assumption of feature independence may not always hold true.</a:t>
            </a:r>
            <a:endParaRPr lang="en-US" sz="2800" dirty="0">
              <a:latin typeface="Times New Roman" pitchFamily="18" charset="0"/>
              <a:cs typeface="Times New Roman" pitchFamily="18" charset="0"/>
            </a:endParaRPr>
          </a:p>
        </p:txBody>
      </p:sp>
      <p:pic>
        <p:nvPicPr>
          <p:cNvPr id="15" name="Image 4" descr="preencoded.png"/>
          <p:cNvPicPr>
            <a:picLocks noChangeAspect="1"/>
          </p:cNvPicPr>
          <p:nvPr/>
        </p:nvPicPr>
        <p:blipFill>
          <a:blip r:embed="rId8"/>
          <a:stretch>
            <a:fillRect/>
          </a:stretch>
        </p:blipFill>
        <p:spPr>
          <a:xfrm>
            <a:off x="620316" y="5616892"/>
            <a:ext cx="886182" cy="1063466"/>
          </a:xfrm>
          <a:prstGeom prst="rect">
            <a:avLst/>
          </a:prstGeom>
        </p:spPr>
      </p:pic>
      <p:sp>
        <p:nvSpPr>
          <p:cNvPr id="16" name="Text 9"/>
          <p:cNvSpPr/>
          <p:nvPr/>
        </p:nvSpPr>
        <p:spPr>
          <a:xfrm>
            <a:off x="1772364" y="5794058"/>
            <a:ext cx="2085142" cy="260509"/>
          </a:xfrm>
          <a:prstGeom prst="rect">
            <a:avLst/>
          </a:prstGeom>
          <a:noFill/>
          <a:ln/>
        </p:spPr>
        <p:txBody>
          <a:bodyPr wrap="none" lIns="0" tIns="0" rIns="0" bIns="0" rtlCol="0" anchor="t"/>
          <a:lstStyle/>
          <a:p>
            <a:pPr marL="0" indent="0" algn="l">
              <a:lnSpc>
                <a:spcPts val="2050"/>
              </a:lnSpc>
              <a:buNone/>
            </a:pPr>
            <a:r>
              <a:rPr lang="en-US" sz="3200" b="1" dirty="0">
                <a:latin typeface="Times New Roman" pitchFamily="18" charset="0"/>
                <a:ea typeface="Lora" pitchFamily="34" charset="-122"/>
                <a:cs typeface="Times New Roman" pitchFamily="18" charset="0"/>
              </a:rPr>
              <a:t>Sensitivity</a:t>
            </a:r>
            <a:endParaRPr lang="en-US" sz="3200" b="1" dirty="0">
              <a:latin typeface="Times New Roman" pitchFamily="18" charset="0"/>
              <a:cs typeface="Times New Roman" pitchFamily="18" charset="0"/>
            </a:endParaRPr>
          </a:p>
        </p:txBody>
      </p:sp>
      <p:sp>
        <p:nvSpPr>
          <p:cNvPr id="17" name="Text 10"/>
          <p:cNvSpPr/>
          <p:nvPr/>
        </p:nvSpPr>
        <p:spPr>
          <a:xfrm>
            <a:off x="1772364" y="6160889"/>
            <a:ext cx="13453122" cy="519470"/>
          </a:xfrm>
          <a:prstGeom prst="rect">
            <a:avLst/>
          </a:prstGeom>
          <a:noFill/>
          <a:ln/>
        </p:spPr>
        <p:txBody>
          <a:bodyPr wrap="none" lIns="0" tIns="0" rIns="0" bIns="0" rtlCol="0" anchor="t"/>
          <a:lstStyle/>
          <a:p>
            <a:pPr marL="0" indent="0" algn="l">
              <a:lnSpc>
                <a:spcPts val="2200"/>
              </a:lnSpc>
              <a:buNone/>
            </a:pPr>
            <a:endParaRPr lang="en-US" sz="2800" dirty="0">
              <a:latin typeface="Times New Roman" pitchFamily="18" charset="0"/>
              <a:cs typeface="Times New Roman" pitchFamily="18" charset="0"/>
            </a:endParaRPr>
          </a:p>
        </p:txBody>
      </p:sp>
      <p:pic>
        <p:nvPicPr>
          <p:cNvPr id="18" name="Image 5" descr="preencoded.png"/>
          <p:cNvPicPr>
            <a:picLocks noChangeAspect="1"/>
          </p:cNvPicPr>
          <p:nvPr/>
        </p:nvPicPr>
        <p:blipFill>
          <a:blip r:embed="rId9"/>
          <a:stretch>
            <a:fillRect/>
          </a:stretch>
        </p:blipFill>
        <p:spPr>
          <a:xfrm>
            <a:off x="620316" y="6680359"/>
            <a:ext cx="886182" cy="1063466"/>
          </a:xfrm>
          <a:prstGeom prst="rect">
            <a:avLst/>
          </a:prstGeom>
        </p:spPr>
      </p:pic>
      <p:sp>
        <p:nvSpPr>
          <p:cNvPr id="19" name="Text 11"/>
          <p:cNvSpPr/>
          <p:nvPr/>
        </p:nvSpPr>
        <p:spPr>
          <a:xfrm>
            <a:off x="1772363" y="7022624"/>
            <a:ext cx="4766311" cy="650438"/>
          </a:xfrm>
          <a:prstGeom prst="rect">
            <a:avLst/>
          </a:prstGeom>
          <a:noFill/>
          <a:ln/>
        </p:spPr>
        <p:txBody>
          <a:bodyPr wrap="none" lIns="0" tIns="0" rIns="0" bIns="0" rtlCol="0" anchor="t"/>
          <a:lstStyle/>
          <a:p>
            <a:pPr marL="0" indent="0" algn="l">
              <a:lnSpc>
                <a:spcPts val="2050"/>
              </a:lnSpc>
              <a:buNone/>
            </a:pPr>
            <a:r>
              <a:rPr lang="en-US" sz="3200" b="1" dirty="0">
                <a:latin typeface="Times New Roman" pitchFamily="18" charset="0"/>
                <a:ea typeface="Lora" pitchFamily="34" charset="-122"/>
                <a:cs typeface="Times New Roman" pitchFamily="18" charset="0"/>
              </a:rPr>
              <a:t>Zero-Frequency Problem</a:t>
            </a:r>
            <a:endParaRPr lang="en-US" sz="3200" b="1" dirty="0">
              <a:latin typeface="Times New Roman" pitchFamily="18" charset="0"/>
              <a:cs typeface="Times New Roman" pitchFamily="18" charset="0"/>
            </a:endParaRPr>
          </a:p>
        </p:txBody>
      </p:sp>
      <p:sp>
        <p:nvSpPr>
          <p:cNvPr id="20" name="Text 12"/>
          <p:cNvSpPr/>
          <p:nvPr/>
        </p:nvSpPr>
        <p:spPr>
          <a:xfrm>
            <a:off x="1772364" y="7389455"/>
            <a:ext cx="12237720" cy="283607"/>
          </a:xfrm>
          <a:prstGeom prst="rect">
            <a:avLst/>
          </a:prstGeom>
          <a:noFill/>
          <a:ln/>
        </p:spPr>
        <p:txBody>
          <a:bodyPr wrap="none" lIns="0" tIns="0" rIns="0" bIns="0" rtlCol="0" anchor="t"/>
          <a:lstStyle/>
          <a:p>
            <a:pPr marL="0" indent="0" algn="l">
              <a:lnSpc>
                <a:spcPts val="2200"/>
              </a:lnSpc>
              <a:buNone/>
            </a:pPr>
            <a:r>
              <a:rPr lang="en-US" sz="2800" dirty="0">
                <a:latin typeface="Times New Roman" pitchFamily="18" charset="0"/>
                <a:ea typeface="Source Sans Pro" pitchFamily="34" charset="-122"/>
                <a:cs typeface="Times New Roman" pitchFamily="18" charset="0"/>
              </a:rPr>
              <a:t>May struggle with words that haven't been encountered during training.</a:t>
            </a:r>
            <a:endParaRPr lang="en-US" sz="2800" dirty="0">
              <a:latin typeface="Times New Roman" pitchFamily="18" charset="0"/>
              <a:cs typeface="Times New Roman" pitchFamily="18" charset="0"/>
            </a:endParaRPr>
          </a:p>
        </p:txBody>
      </p:sp>
      <p:sp>
        <p:nvSpPr>
          <p:cNvPr id="21" name="Rectangle 20"/>
          <p:cNvSpPr/>
          <p:nvPr/>
        </p:nvSpPr>
        <p:spPr>
          <a:xfrm>
            <a:off x="1772364" y="6160889"/>
            <a:ext cx="12451636" cy="670183"/>
          </a:xfrm>
          <a:prstGeom prst="rect">
            <a:avLst/>
          </a:prstGeom>
        </p:spPr>
        <p:txBody>
          <a:bodyPr wrap="square">
            <a:spAutoFit/>
          </a:bodyPr>
          <a:lstStyle/>
          <a:p>
            <a:pPr lvl="0" algn="just">
              <a:lnSpc>
                <a:spcPts val="2200"/>
              </a:lnSpc>
            </a:pPr>
            <a:r>
              <a:rPr lang="en-US" sz="2800" dirty="0">
                <a:latin typeface="Times New Roman" pitchFamily="18" charset="0"/>
                <a:ea typeface="Source Sans Pro" pitchFamily="34" charset="-122"/>
                <a:cs typeface="Times New Roman" pitchFamily="18" charset="0"/>
              </a:rPr>
              <a:t>Can be sensitive to violations of the independence assumption, leading to inaccurate results.</a:t>
            </a:r>
            <a:endParaRPr lang="en-US" sz="2800" dirty="0">
              <a:latin typeface="Times New Roman" pitchFamily="18" charset="0"/>
              <a:cs typeface="Times New Roman"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16" name="Picture 15" descr="A blue and white background&#10;&#10;AI-generated content may be incorrect.">
            <a:extLst>
              <a:ext uri="{FF2B5EF4-FFF2-40B4-BE49-F238E27FC236}">
                <a16:creationId xmlns:a16="http://schemas.microsoft.com/office/drawing/2014/main" xmlns="" id="{1C36611F-49A7-69E7-EBBB-E6C2A8354690}"/>
              </a:ext>
            </a:extLst>
          </p:cNvPr>
          <p:cNvPicPr>
            <a:picLocks noChangeAspect="1"/>
          </p:cNvPicPr>
          <p:nvPr/>
        </p:nvPicPr>
        <p:blipFill>
          <a:blip r:embed="rId3"/>
          <a:stretch>
            <a:fillRect/>
          </a:stretch>
        </p:blipFill>
        <p:spPr>
          <a:xfrm>
            <a:off x="-1" y="-5443"/>
            <a:ext cx="14660438" cy="8235043"/>
          </a:xfrm>
          <a:prstGeom prst="rect">
            <a:avLst/>
          </a:prstGeom>
        </p:spPr>
      </p:pic>
      <p:sp>
        <p:nvSpPr>
          <p:cNvPr id="3" name="Text 0"/>
          <p:cNvSpPr/>
          <p:nvPr/>
        </p:nvSpPr>
        <p:spPr>
          <a:xfrm>
            <a:off x="712470" y="723424"/>
            <a:ext cx="8402489" cy="598646"/>
          </a:xfrm>
          <a:prstGeom prst="rect">
            <a:avLst/>
          </a:prstGeom>
          <a:noFill/>
          <a:ln/>
        </p:spPr>
        <p:txBody>
          <a:bodyPr wrap="none" lIns="0" tIns="0" rIns="0" bIns="0" rtlCol="0" anchor="t"/>
          <a:lstStyle/>
          <a:p>
            <a:pPr marL="0" indent="0">
              <a:lnSpc>
                <a:spcPts val="4700"/>
              </a:lnSpc>
              <a:buNone/>
            </a:pPr>
            <a:r>
              <a:rPr lang="en-US" sz="6000" b="1" dirty="0">
                <a:latin typeface="Times New Roman" pitchFamily="18" charset="0"/>
                <a:ea typeface="Lora" pitchFamily="34" charset="-122"/>
                <a:cs typeface="Times New Roman" pitchFamily="18" charset="0"/>
              </a:rPr>
              <a:t>Methodologies</a:t>
            </a:r>
            <a:endParaRPr lang="en-US" sz="6000" b="1" dirty="0">
              <a:latin typeface="Times New Roman" pitchFamily="18" charset="0"/>
              <a:cs typeface="Times New Roman" pitchFamily="18" charset="0"/>
            </a:endParaRPr>
          </a:p>
        </p:txBody>
      </p:sp>
      <p:sp>
        <p:nvSpPr>
          <p:cNvPr id="4" name="Shape 1"/>
          <p:cNvSpPr/>
          <p:nvPr/>
        </p:nvSpPr>
        <p:spPr>
          <a:xfrm>
            <a:off x="712469" y="1627346"/>
            <a:ext cx="13540559" cy="1154192"/>
          </a:xfrm>
          <a:prstGeom prst="roundRect">
            <a:avLst>
              <a:gd name="adj" fmla="val 2646"/>
            </a:avLst>
          </a:prstGeom>
          <a:solidFill>
            <a:srgbClr val="F3E7D4"/>
          </a:solidFill>
          <a:ln/>
        </p:spPr>
        <p:txBody>
          <a:bodyPr/>
          <a:lstStyle/>
          <a:p>
            <a:endParaRPr lang="en-IN"/>
          </a:p>
        </p:txBody>
      </p:sp>
      <p:sp>
        <p:nvSpPr>
          <p:cNvPr id="5" name="Text 2"/>
          <p:cNvSpPr/>
          <p:nvPr/>
        </p:nvSpPr>
        <p:spPr>
          <a:xfrm>
            <a:off x="915948" y="1830824"/>
            <a:ext cx="4201140" cy="747236"/>
          </a:xfrm>
          <a:prstGeom prst="rect">
            <a:avLst/>
          </a:prstGeom>
          <a:noFill/>
          <a:ln/>
        </p:spPr>
        <p:txBody>
          <a:bodyPr wrap="none" lIns="0" tIns="0" rIns="0" bIns="0" rtlCol="0" anchor="t"/>
          <a:lstStyle/>
          <a:p>
            <a:pPr marL="0" indent="0">
              <a:lnSpc>
                <a:spcPts val="2350"/>
              </a:lnSpc>
              <a:buNone/>
            </a:pPr>
            <a:r>
              <a:rPr lang="en-US" sz="3200" b="1" dirty="0">
                <a:latin typeface="Times New Roman" pitchFamily="18" charset="0"/>
                <a:ea typeface="Lora" pitchFamily="34" charset="-122"/>
                <a:cs typeface="Times New Roman" pitchFamily="18" charset="0"/>
              </a:rPr>
              <a:t>Data Collection</a:t>
            </a:r>
            <a:endParaRPr lang="en-US" sz="3200" b="1" dirty="0">
              <a:latin typeface="Times New Roman" pitchFamily="18" charset="0"/>
              <a:cs typeface="Times New Roman" pitchFamily="18" charset="0"/>
            </a:endParaRPr>
          </a:p>
        </p:txBody>
      </p:sp>
      <p:sp>
        <p:nvSpPr>
          <p:cNvPr id="6" name="Text 3"/>
          <p:cNvSpPr/>
          <p:nvPr/>
        </p:nvSpPr>
        <p:spPr>
          <a:xfrm>
            <a:off x="915948" y="2252305"/>
            <a:ext cx="12826688" cy="325755"/>
          </a:xfrm>
          <a:prstGeom prst="rect">
            <a:avLst/>
          </a:prstGeom>
          <a:noFill/>
          <a:ln/>
        </p:spPr>
        <p:txBody>
          <a:bodyPr wrap="none" lIns="0" tIns="0" rIns="0" bIns="0" rtlCol="0" anchor="t"/>
          <a:lstStyle/>
          <a:p>
            <a:pPr marL="0" indent="0">
              <a:lnSpc>
                <a:spcPts val="2550"/>
              </a:lnSpc>
              <a:buNone/>
            </a:pPr>
            <a:r>
              <a:rPr lang="en-US" sz="2800" dirty="0">
                <a:latin typeface="Times New Roman" pitchFamily="18" charset="0"/>
                <a:ea typeface="Source Sans Pro" pitchFamily="34" charset="-122"/>
                <a:cs typeface="Times New Roman" pitchFamily="18" charset="0"/>
              </a:rPr>
              <a:t>Collecting large datasets of emails labeled as spam or legitimate is crucial.</a:t>
            </a:r>
            <a:endParaRPr lang="en-US" sz="2800" dirty="0">
              <a:latin typeface="Times New Roman" pitchFamily="18" charset="0"/>
              <a:cs typeface="Times New Roman" pitchFamily="18" charset="0"/>
            </a:endParaRPr>
          </a:p>
        </p:txBody>
      </p:sp>
      <p:sp>
        <p:nvSpPr>
          <p:cNvPr id="7" name="Shape 4"/>
          <p:cNvSpPr/>
          <p:nvPr/>
        </p:nvSpPr>
        <p:spPr>
          <a:xfrm>
            <a:off x="712469" y="2985016"/>
            <a:ext cx="13540559" cy="1479947"/>
          </a:xfrm>
          <a:prstGeom prst="roundRect">
            <a:avLst>
              <a:gd name="adj" fmla="val 2063"/>
            </a:avLst>
          </a:prstGeom>
          <a:solidFill>
            <a:srgbClr val="F3E7D4"/>
          </a:solidFill>
          <a:ln/>
        </p:spPr>
        <p:txBody>
          <a:bodyPr/>
          <a:lstStyle/>
          <a:p>
            <a:endParaRPr lang="en-IN"/>
          </a:p>
        </p:txBody>
      </p:sp>
      <p:sp>
        <p:nvSpPr>
          <p:cNvPr id="8" name="Text 5"/>
          <p:cNvSpPr/>
          <p:nvPr/>
        </p:nvSpPr>
        <p:spPr>
          <a:xfrm>
            <a:off x="915948" y="3188493"/>
            <a:ext cx="4201140" cy="599735"/>
          </a:xfrm>
          <a:prstGeom prst="rect">
            <a:avLst/>
          </a:prstGeom>
          <a:noFill/>
          <a:ln/>
        </p:spPr>
        <p:txBody>
          <a:bodyPr wrap="none" lIns="0" tIns="0" rIns="0" bIns="0" rtlCol="0" anchor="t"/>
          <a:lstStyle/>
          <a:p>
            <a:pPr marL="0" indent="0">
              <a:lnSpc>
                <a:spcPts val="2350"/>
              </a:lnSpc>
              <a:buNone/>
            </a:pPr>
            <a:r>
              <a:rPr lang="en-US" sz="3200" b="1" dirty="0">
                <a:latin typeface="Times New Roman" pitchFamily="18" charset="0"/>
                <a:ea typeface="Lora" pitchFamily="34" charset="-122"/>
                <a:cs typeface="Times New Roman" pitchFamily="18" charset="0"/>
              </a:rPr>
              <a:t>Feature Extraction</a:t>
            </a:r>
            <a:endParaRPr lang="en-US" sz="3200" b="1" dirty="0">
              <a:latin typeface="Times New Roman" pitchFamily="18" charset="0"/>
              <a:cs typeface="Times New Roman" pitchFamily="18" charset="0"/>
            </a:endParaRPr>
          </a:p>
        </p:txBody>
      </p:sp>
      <p:sp>
        <p:nvSpPr>
          <p:cNvPr id="9" name="Text 6"/>
          <p:cNvSpPr/>
          <p:nvPr/>
        </p:nvSpPr>
        <p:spPr>
          <a:xfrm>
            <a:off x="915947" y="3609975"/>
            <a:ext cx="13162909" cy="651510"/>
          </a:xfrm>
          <a:prstGeom prst="rect">
            <a:avLst/>
          </a:prstGeom>
          <a:noFill/>
          <a:ln/>
        </p:spPr>
        <p:txBody>
          <a:bodyPr wrap="square" lIns="0" tIns="0" rIns="0" bIns="0" rtlCol="0" anchor="t"/>
          <a:lstStyle/>
          <a:p>
            <a:pPr marL="0" indent="0" algn="just">
              <a:lnSpc>
                <a:spcPts val="2550"/>
              </a:lnSpc>
              <a:buNone/>
            </a:pPr>
            <a:r>
              <a:rPr lang="en-US" sz="2800" dirty="0">
                <a:latin typeface="Times New Roman" pitchFamily="18" charset="0"/>
                <a:ea typeface="Source Sans Pro" pitchFamily="34" charset="-122"/>
                <a:cs typeface="Times New Roman" pitchFamily="18" charset="0"/>
              </a:rPr>
              <a:t>Common techniques include Bag of Words and TF-IDF, transforming text into numerical features.</a:t>
            </a:r>
            <a:endParaRPr lang="en-US" sz="2800" dirty="0">
              <a:latin typeface="Times New Roman" pitchFamily="18" charset="0"/>
              <a:cs typeface="Times New Roman" pitchFamily="18" charset="0"/>
            </a:endParaRPr>
          </a:p>
        </p:txBody>
      </p:sp>
      <p:sp>
        <p:nvSpPr>
          <p:cNvPr id="10" name="Shape 7"/>
          <p:cNvSpPr/>
          <p:nvPr/>
        </p:nvSpPr>
        <p:spPr>
          <a:xfrm>
            <a:off x="712469" y="4668441"/>
            <a:ext cx="13540559" cy="1479947"/>
          </a:xfrm>
          <a:prstGeom prst="roundRect">
            <a:avLst>
              <a:gd name="adj" fmla="val 2063"/>
            </a:avLst>
          </a:prstGeom>
          <a:solidFill>
            <a:srgbClr val="F3E7D4"/>
          </a:solidFill>
          <a:ln/>
        </p:spPr>
        <p:txBody>
          <a:bodyPr/>
          <a:lstStyle/>
          <a:p>
            <a:endParaRPr lang="en-IN"/>
          </a:p>
        </p:txBody>
      </p:sp>
      <p:sp>
        <p:nvSpPr>
          <p:cNvPr id="11" name="Text 8"/>
          <p:cNvSpPr/>
          <p:nvPr/>
        </p:nvSpPr>
        <p:spPr>
          <a:xfrm>
            <a:off x="915948" y="4871918"/>
            <a:ext cx="4201140" cy="421482"/>
          </a:xfrm>
          <a:prstGeom prst="rect">
            <a:avLst/>
          </a:prstGeom>
          <a:noFill/>
          <a:ln/>
        </p:spPr>
        <p:txBody>
          <a:bodyPr wrap="none" lIns="0" tIns="0" rIns="0" bIns="0" rtlCol="0" anchor="t"/>
          <a:lstStyle/>
          <a:p>
            <a:pPr marL="0" indent="0">
              <a:lnSpc>
                <a:spcPts val="2350"/>
              </a:lnSpc>
              <a:buNone/>
            </a:pPr>
            <a:r>
              <a:rPr lang="en-US" sz="3200" b="1" dirty="0">
                <a:latin typeface="Times New Roman" pitchFamily="18" charset="0"/>
                <a:ea typeface="Lora" pitchFamily="34" charset="-122"/>
                <a:cs typeface="Times New Roman" pitchFamily="18" charset="0"/>
              </a:rPr>
              <a:t>Model Training</a:t>
            </a:r>
            <a:endParaRPr lang="en-US" sz="3200" b="1" dirty="0">
              <a:latin typeface="Times New Roman" pitchFamily="18" charset="0"/>
              <a:cs typeface="Times New Roman" pitchFamily="18" charset="0"/>
            </a:endParaRPr>
          </a:p>
        </p:txBody>
      </p:sp>
      <p:sp>
        <p:nvSpPr>
          <p:cNvPr id="12" name="Text 9"/>
          <p:cNvSpPr/>
          <p:nvPr/>
        </p:nvSpPr>
        <p:spPr>
          <a:xfrm>
            <a:off x="915947" y="5293400"/>
            <a:ext cx="13162909" cy="651510"/>
          </a:xfrm>
          <a:prstGeom prst="rect">
            <a:avLst/>
          </a:prstGeom>
          <a:noFill/>
          <a:ln/>
        </p:spPr>
        <p:txBody>
          <a:bodyPr wrap="square" lIns="0" tIns="0" rIns="0" bIns="0" rtlCol="0" anchor="t"/>
          <a:lstStyle/>
          <a:p>
            <a:pPr marL="0" indent="0" algn="just">
              <a:lnSpc>
                <a:spcPts val="2550"/>
              </a:lnSpc>
              <a:buNone/>
            </a:pPr>
            <a:r>
              <a:rPr lang="en-US" sz="2800" dirty="0">
                <a:latin typeface="Times New Roman" pitchFamily="18" charset="0"/>
                <a:ea typeface="Source Sans Pro" pitchFamily="34" charset="-122"/>
                <a:cs typeface="Times New Roman" pitchFamily="18" charset="0"/>
              </a:rPr>
              <a:t>Training algorithms like MultinomialNB, BernoulliNB, and GaussianNB learn patterns from the data.</a:t>
            </a:r>
            <a:endParaRPr lang="en-US" sz="2800" dirty="0">
              <a:latin typeface="Times New Roman" pitchFamily="18" charset="0"/>
              <a:cs typeface="Times New Roman" pitchFamily="18" charset="0"/>
            </a:endParaRPr>
          </a:p>
        </p:txBody>
      </p:sp>
      <p:sp>
        <p:nvSpPr>
          <p:cNvPr id="13" name="Shape 10"/>
          <p:cNvSpPr/>
          <p:nvPr/>
        </p:nvSpPr>
        <p:spPr>
          <a:xfrm>
            <a:off x="712469" y="6351865"/>
            <a:ext cx="13540559" cy="1154192"/>
          </a:xfrm>
          <a:prstGeom prst="roundRect">
            <a:avLst>
              <a:gd name="adj" fmla="val 2646"/>
            </a:avLst>
          </a:prstGeom>
          <a:solidFill>
            <a:srgbClr val="F3E7D4"/>
          </a:solidFill>
          <a:ln/>
        </p:spPr>
        <p:txBody>
          <a:bodyPr/>
          <a:lstStyle/>
          <a:p>
            <a:endParaRPr lang="en-IN"/>
          </a:p>
        </p:txBody>
      </p:sp>
      <p:sp>
        <p:nvSpPr>
          <p:cNvPr id="14" name="Text 11"/>
          <p:cNvSpPr/>
          <p:nvPr/>
        </p:nvSpPr>
        <p:spPr>
          <a:xfrm>
            <a:off x="915948" y="6555343"/>
            <a:ext cx="4201140" cy="747236"/>
          </a:xfrm>
          <a:prstGeom prst="rect">
            <a:avLst/>
          </a:prstGeom>
          <a:noFill/>
          <a:ln/>
        </p:spPr>
        <p:txBody>
          <a:bodyPr wrap="none" lIns="0" tIns="0" rIns="0" bIns="0" rtlCol="0" anchor="t"/>
          <a:lstStyle/>
          <a:p>
            <a:pPr marL="0" indent="0">
              <a:lnSpc>
                <a:spcPts val="2350"/>
              </a:lnSpc>
              <a:buNone/>
            </a:pPr>
            <a:r>
              <a:rPr lang="en-US" sz="3200" b="1" dirty="0">
                <a:latin typeface="Times New Roman" pitchFamily="18" charset="0"/>
                <a:ea typeface="Lora" pitchFamily="34" charset="-122"/>
                <a:cs typeface="Times New Roman" pitchFamily="18" charset="0"/>
              </a:rPr>
              <a:t>Evaluation</a:t>
            </a:r>
            <a:endParaRPr lang="en-US" sz="3200" b="1" dirty="0">
              <a:latin typeface="Times New Roman" pitchFamily="18" charset="0"/>
              <a:cs typeface="Times New Roman" pitchFamily="18" charset="0"/>
            </a:endParaRPr>
          </a:p>
        </p:txBody>
      </p:sp>
      <p:sp>
        <p:nvSpPr>
          <p:cNvPr id="15" name="Text 12"/>
          <p:cNvSpPr/>
          <p:nvPr/>
        </p:nvSpPr>
        <p:spPr>
          <a:xfrm>
            <a:off x="915948" y="6976824"/>
            <a:ext cx="12826688" cy="325755"/>
          </a:xfrm>
          <a:prstGeom prst="rect">
            <a:avLst/>
          </a:prstGeom>
          <a:noFill/>
          <a:ln/>
        </p:spPr>
        <p:txBody>
          <a:bodyPr wrap="none" lIns="0" tIns="0" rIns="0" bIns="0" rtlCol="0" anchor="t"/>
          <a:lstStyle/>
          <a:p>
            <a:pPr marL="0" indent="0">
              <a:lnSpc>
                <a:spcPts val="2550"/>
              </a:lnSpc>
              <a:buNone/>
            </a:pPr>
            <a:r>
              <a:rPr lang="en-US" sz="2800" dirty="0">
                <a:latin typeface="Times New Roman" pitchFamily="18" charset="0"/>
                <a:ea typeface="Source Sans Pro" pitchFamily="34" charset="-122"/>
                <a:cs typeface="Times New Roman" pitchFamily="18" charset="0"/>
              </a:rPr>
              <a:t>Metrics like accuracy, precision, recall, and F1-score assess the model's effectiveness.</a:t>
            </a:r>
            <a:endParaRPr lang="en-US" sz="2800" dirty="0">
              <a:latin typeface="Times New Roman" pitchFamily="18" charset="0"/>
              <a:cs typeface="Times New Roman"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9" name="Picture 8" descr="A blue and white background&#10;&#10;AI-generated content may be incorrect.">
            <a:extLst>
              <a:ext uri="{FF2B5EF4-FFF2-40B4-BE49-F238E27FC236}">
                <a16:creationId xmlns:a16="http://schemas.microsoft.com/office/drawing/2014/main" xmlns="" id="{976B9160-9E7D-71D2-AC2E-0D1CEA767DA3}"/>
              </a:ext>
            </a:extLst>
          </p:cNvPr>
          <p:cNvPicPr>
            <a:picLocks noChangeAspect="1"/>
          </p:cNvPicPr>
          <p:nvPr/>
        </p:nvPicPr>
        <p:blipFill>
          <a:blip r:embed="rId3"/>
          <a:stretch>
            <a:fillRect/>
          </a:stretch>
        </p:blipFill>
        <p:spPr>
          <a:xfrm>
            <a:off x="-1" y="-5443"/>
            <a:ext cx="14660438" cy="8235043"/>
          </a:xfrm>
          <a:prstGeom prst="rect">
            <a:avLst/>
          </a:prstGeom>
        </p:spPr>
      </p:pic>
      <p:pic>
        <p:nvPicPr>
          <p:cNvPr id="2" name="Image 0" descr="preencoded.png"/>
          <p:cNvPicPr>
            <a:picLocks noChangeAspect="1"/>
          </p:cNvPicPr>
          <p:nvPr/>
        </p:nvPicPr>
        <p:blipFill>
          <a:blip r:embed="rId4"/>
          <a:stretch>
            <a:fillRect/>
          </a:stretch>
        </p:blipFill>
        <p:spPr>
          <a:xfrm>
            <a:off x="0" y="0"/>
            <a:ext cx="5486400" cy="8229600"/>
          </a:xfrm>
          <a:prstGeom prst="rect">
            <a:avLst/>
          </a:prstGeom>
        </p:spPr>
      </p:pic>
      <p:sp>
        <p:nvSpPr>
          <p:cNvPr id="3" name="Text 0"/>
          <p:cNvSpPr/>
          <p:nvPr/>
        </p:nvSpPr>
        <p:spPr>
          <a:xfrm>
            <a:off x="6106410" y="885371"/>
            <a:ext cx="7885360" cy="704017"/>
          </a:xfrm>
          <a:prstGeom prst="rect">
            <a:avLst/>
          </a:prstGeom>
          <a:noFill/>
          <a:ln/>
        </p:spPr>
        <p:txBody>
          <a:bodyPr wrap="none" lIns="0" tIns="0" rIns="0" bIns="0" rtlCol="0" anchor="t"/>
          <a:lstStyle/>
          <a:p>
            <a:pPr marL="0" indent="0">
              <a:lnSpc>
                <a:spcPts val="5500"/>
              </a:lnSpc>
              <a:buNone/>
            </a:pPr>
            <a:r>
              <a:rPr lang="en-US" sz="6000" b="1" dirty="0">
                <a:latin typeface="Times New Roman" pitchFamily="18" charset="0"/>
                <a:ea typeface="Lora" pitchFamily="34" charset="-122"/>
                <a:cs typeface="Times New Roman" pitchFamily="18" charset="0"/>
              </a:rPr>
              <a:t>System Requirements</a:t>
            </a:r>
            <a:endParaRPr lang="en-US" sz="6000" b="1" dirty="0">
              <a:latin typeface="Times New Roman" pitchFamily="18" charset="0"/>
              <a:cs typeface="Times New Roman" pitchFamily="18" charset="0"/>
            </a:endParaRPr>
          </a:p>
        </p:txBody>
      </p:sp>
      <p:pic>
        <p:nvPicPr>
          <p:cNvPr id="4" name="Image 1" descr="preencoded.png"/>
          <p:cNvPicPr>
            <a:picLocks noChangeAspect="1"/>
          </p:cNvPicPr>
          <p:nvPr/>
        </p:nvPicPr>
        <p:blipFill>
          <a:blip r:embed="rId5"/>
          <a:stretch>
            <a:fillRect/>
          </a:stretch>
        </p:blipFill>
        <p:spPr>
          <a:xfrm>
            <a:off x="6324124" y="1835817"/>
            <a:ext cx="598408" cy="598408"/>
          </a:xfrm>
          <a:prstGeom prst="rect">
            <a:avLst/>
          </a:prstGeom>
        </p:spPr>
      </p:pic>
      <p:sp>
        <p:nvSpPr>
          <p:cNvPr id="5" name="Text 1"/>
          <p:cNvSpPr/>
          <p:nvPr/>
        </p:nvSpPr>
        <p:spPr>
          <a:xfrm>
            <a:off x="6324123" y="2673541"/>
            <a:ext cx="7667647" cy="2333920"/>
          </a:xfrm>
          <a:prstGeom prst="rect">
            <a:avLst/>
          </a:prstGeom>
          <a:noFill/>
          <a:ln/>
        </p:spPr>
        <p:txBody>
          <a:bodyPr wrap="square" lIns="0" tIns="0" rIns="0" bIns="0" rtlCol="0" anchor="t"/>
          <a:lstStyle/>
          <a:p>
            <a:pPr marL="0" indent="0" algn="just">
              <a:lnSpc>
                <a:spcPts val="3000"/>
              </a:lnSpc>
              <a:buNone/>
            </a:pPr>
            <a:r>
              <a:rPr lang="en-US" sz="2800" dirty="0">
                <a:latin typeface="Times New Roman" pitchFamily="18" charset="0"/>
                <a:ea typeface="Source Sans Pro" pitchFamily="34" charset="-122"/>
                <a:cs typeface="Times New Roman" pitchFamily="18" charset="0"/>
              </a:rPr>
              <a:t>	Sufficient processing power and memory are essential for handling large datasets and calculations.</a:t>
            </a:r>
            <a:endParaRPr lang="en-US" sz="2800" dirty="0">
              <a:latin typeface="Times New Roman" pitchFamily="18" charset="0"/>
              <a:cs typeface="Times New Roman" pitchFamily="18" charset="0"/>
            </a:endParaRPr>
          </a:p>
        </p:txBody>
      </p:sp>
      <p:pic>
        <p:nvPicPr>
          <p:cNvPr id="6" name="Image 2" descr="preencoded.png"/>
          <p:cNvPicPr>
            <a:picLocks noChangeAspect="1"/>
          </p:cNvPicPr>
          <p:nvPr/>
        </p:nvPicPr>
        <p:blipFill>
          <a:blip r:embed="rId6"/>
          <a:stretch>
            <a:fillRect/>
          </a:stretch>
        </p:blipFill>
        <p:spPr>
          <a:xfrm>
            <a:off x="6324124" y="3963785"/>
            <a:ext cx="598408" cy="598408"/>
          </a:xfrm>
          <a:prstGeom prst="rect">
            <a:avLst/>
          </a:prstGeom>
        </p:spPr>
      </p:pic>
      <p:sp>
        <p:nvSpPr>
          <p:cNvPr id="7" name="Text 2"/>
          <p:cNvSpPr/>
          <p:nvPr/>
        </p:nvSpPr>
        <p:spPr>
          <a:xfrm>
            <a:off x="6324124" y="4801509"/>
            <a:ext cx="7667646" cy="2580662"/>
          </a:xfrm>
          <a:prstGeom prst="rect">
            <a:avLst/>
          </a:prstGeom>
          <a:noFill/>
          <a:ln/>
        </p:spPr>
        <p:txBody>
          <a:bodyPr wrap="square" lIns="0" tIns="0" rIns="0" bIns="0" rtlCol="0" anchor="t"/>
          <a:lstStyle/>
          <a:p>
            <a:pPr marL="0" indent="0" algn="just">
              <a:lnSpc>
                <a:spcPts val="3000"/>
              </a:lnSpc>
              <a:buNone/>
            </a:pPr>
            <a:r>
              <a:rPr lang="en-US" sz="2800" dirty="0">
                <a:latin typeface="Times New Roman" pitchFamily="18" charset="0"/>
                <a:ea typeface="Source Sans Pro" pitchFamily="34" charset="-122"/>
                <a:cs typeface="Times New Roman" pitchFamily="18" charset="0"/>
              </a:rPr>
              <a:t>	Programming languages like Python, libraries like scikit-learn, </a:t>
            </a:r>
            <a:r>
              <a:rPr lang="en-US" sz="2800" dirty="0" smtClean="0">
                <a:latin typeface="Times New Roman" pitchFamily="18" charset="0"/>
                <a:ea typeface="Source Sans Pro" pitchFamily="34" charset="-122"/>
                <a:cs typeface="Times New Roman" pitchFamily="18" charset="0"/>
              </a:rPr>
              <a:t>Pandas, </a:t>
            </a:r>
            <a:r>
              <a:rPr lang="en-US" sz="2800" dirty="0" err="1" smtClean="0">
                <a:latin typeface="Times New Roman" pitchFamily="18" charset="0"/>
                <a:ea typeface="Source Sans Pro" pitchFamily="34" charset="-122"/>
                <a:cs typeface="Times New Roman" pitchFamily="18" charset="0"/>
              </a:rPr>
              <a:t>numpy</a:t>
            </a:r>
            <a:r>
              <a:rPr lang="en-US" sz="2800" dirty="0" smtClean="0">
                <a:latin typeface="Times New Roman" pitchFamily="18" charset="0"/>
                <a:ea typeface="Source Sans Pro" pitchFamily="34" charset="-122"/>
                <a:cs typeface="Times New Roman" pitchFamily="18" charset="0"/>
              </a:rPr>
              <a:t>, </a:t>
            </a:r>
            <a:r>
              <a:rPr lang="en-US" sz="2800" dirty="0" err="1" smtClean="0">
                <a:latin typeface="Times New Roman" pitchFamily="18" charset="0"/>
                <a:ea typeface="Source Sans Pro" pitchFamily="34" charset="-122"/>
                <a:cs typeface="Times New Roman" pitchFamily="18" charset="0"/>
              </a:rPr>
              <a:t>matplotlib</a:t>
            </a:r>
            <a:r>
              <a:rPr lang="en-US" sz="2800" dirty="0" smtClean="0">
                <a:latin typeface="Times New Roman" pitchFamily="18" charset="0"/>
                <a:ea typeface="Source Sans Pro" pitchFamily="34" charset="-122"/>
                <a:cs typeface="Times New Roman" pitchFamily="18" charset="0"/>
              </a:rPr>
              <a:t>, </a:t>
            </a:r>
            <a:r>
              <a:rPr lang="en-US" sz="2800" dirty="0" err="1" smtClean="0">
                <a:latin typeface="Times New Roman" pitchFamily="18" charset="0"/>
                <a:ea typeface="Source Sans Pro" pitchFamily="34" charset="-122"/>
                <a:cs typeface="Times New Roman" pitchFamily="18" charset="0"/>
              </a:rPr>
              <a:t>nltk</a:t>
            </a:r>
            <a:r>
              <a:rPr lang="en-US" sz="2800" dirty="0" smtClean="0">
                <a:latin typeface="Times New Roman" pitchFamily="18" charset="0"/>
                <a:ea typeface="Source Sans Pro" pitchFamily="34" charset="-122"/>
                <a:cs typeface="Times New Roman" pitchFamily="18" charset="0"/>
              </a:rPr>
              <a:t>, </a:t>
            </a:r>
            <a:r>
              <a:rPr lang="en-US" sz="2800" dirty="0" smtClean="0">
                <a:latin typeface="Times New Roman" pitchFamily="18" charset="0"/>
                <a:ea typeface="Source Sans Pro" pitchFamily="34" charset="-122"/>
                <a:cs typeface="Times New Roman" pitchFamily="18" charset="0"/>
              </a:rPr>
              <a:t>are </a:t>
            </a:r>
            <a:r>
              <a:rPr lang="en-US" sz="2800" dirty="0">
                <a:latin typeface="Times New Roman" pitchFamily="18" charset="0"/>
                <a:ea typeface="Source Sans Pro" pitchFamily="34" charset="-122"/>
                <a:cs typeface="Times New Roman" pitchFamily="18" charset="0"/>
              </a:rPr>
              <a:t>needed.</a:t>
            </a:r>
            <a:endParaRPr lang="en-US" sz="2800" dirty="0">
              <a:latin typeface="Times New Roman" pitchFamily="18" charset="0"/>
              <a:cs typeface="Times New Roman"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655C77C6-035A-6A76-0280-9129C92A973E}"/>
            </a:ext>
          </a:extLst>
        </p:cNvPr>
        <p:cNvGrpSpPr/>
        <p:nvPr/>
      </p:nvGrpSpPr>
      <p:grpSpPr>
        <a:xfrm>
          <a:off x="0" y="0"/>
          <a:ext cx="0" cy="0"/>
          <a:chOff x="0" y="0"/>
          <a:chExt cx="0" cy="0"/>
        </a:xfrm>
      </p:grpSpPr>
      <p:pic>
        <p:nvPicPr>
          <p:cNvPr id="2" name="Picture 1" descr="A blue and white background&#10;&#10;AI-generated content may be incorrect.">
            <a:extLst>
              <a:ext uri="{FF2B5EF4-FFF2-40B4-BE49-F238E27FC236}">
                <a16:creationId xmlns:a16="http://schemas.microsoft.com/office/drawing/2014/main" xmlns="" id="{7D28D41E-C4F4-DC12-81A9-29542D1A5535}"/>
              </a:ext>
            </a:extLst>
          </p:cNvPr>
          <p:cNvPicPr>
            <a:picLocks noChangeAspect="1"/>
          </p:cNvPicPr>
          <p:nvPr/>
        </p:nvPicPr>
        <p:blipFill>
          <a:blip r:embed="rId3"/>
          <a:stretch>
            <a:fillRect/>
          </a:stretch>
        </p:blipFill>
        <p:spPr>
          <a:xfrm>
            <a:off x="-1" y="-5443"/>
            <a:ext cx="14660438" cy="8235043"/>
          </a:xfrm>
          <a:prstGeom prst="rect">
            <a:avLst/>
          </a:prstGeom>
        </p:spPr>
      </p:pic>
      <p:pic>
        <p:nvPicPr>
          <p:cNvPr id="24" name="Image15">
            <a:extLst>
              <a:ext uri="{FF2B5EF4-FFF2-40B4-BE49-F238E27FC236}">
                <a16:creationId xmlns:a16="http://schemas.microsoft.com/office/drawing/2014/main" xmlns="" id="{D1810B4F-7B7C-9DCB-AFB2-79B10D5AE3A4}"/>
              </a:ext>
            </a:extLst>
          </p:cNvPr>
          <p:cNvPicPr>
            <a:picLocks noChangeAspect="1"/>
          </p:cNvPicPr>
          <p:nvPr/>
        </p:nvPicPr>
        <p:blipFill>
          <a:blip r:embed="rId4"/>
          <a:stretch>
            <a:fillRect/>
          </a:stretch>
        </p:blipFill>
        <p:spPr bwMode="auto">
          <a:xfrm>
            <a:off x="442286" y="1397000"/>
            <a:ext cx="6072814" cy="6375400"/>
          </a:xfrm>
          <a:prstGeom prst="rect">
            <a:avLst/>
          </a:prstGeom>
        </p:spPr>
      </p:pic>
      <p:pic>
        <p:nvPicPr>
          <p:cNvPr id="25" name="Image16">
            <a:extLst>
              <a:ext uri="{FF2B5EF4-FFF2-40B4-BE49-F238E27FC236}">
                <a16:creationId xmlns:a16="http://schemas.microsoft.com/office/drawing/2014/main" xmlns="" id="{B5B188B1-E695-216F-32C5-98F616F0E586}"/>
              </a:ext>
            </a:extLst>
          </p:cNvPr>
          <p:cNvPicPr>
            <a:picLocks noChangeAspect="1"/>
          </p:cNvPicPr>
          <p:nvPr/>
        </p:nvPicPr>
        <p:blipFill>
          <a:blip r:embed="rId5"/>
          <a:stretch>
            <a:fillRect/>
          </a:stretch>
        </p:blipFill>
        <p:spPr bwMode="auto">
          <a:xfrm>
            <a:off x="7792776" y="1168400"/>
            <a:ext cx="6062589" cy="6870934"/>
          </a:xfrm>
          <a:prstGeom prst="rect">
            <a:avLst/>
          </a:prstGeom>
        </p:spPr>
      </p:pic>
      <p:sp>
        <p:nvSpPr>
          <p:cNvPr id="26" name="Text 0">
            <a:extLst>
              <a:ext uri="{FF2B5EF4-FFF2-40B4-BE49-F238E27FC236}">
                <a16:creationId xmlns:a16="http://schemas.microsoft.com/office/drawing/2014/main" xmlns="" id="{2F03383F-7384-9690-87AB-F13D94778341}"/>
              </a:ext>
            </a:extLst>
          </p:cNvPr>
          <p:cNvSpPr/>
          <p:nvPr/>
        </p:nvSpPr>
        <p:spPr>
          <a:xfrm>
            <a:off x="300738" y="400923"/>
            <a:ext cx="13110462" cy="1103154"/>
          </a:xfrm>
          <a:prstGeom prst="rect">
            <a:avLst/>
          </a:prstGeom>
          <a:noFill/>
          <a:ln/>
        </p:spPr>
        <p:txBody>
          <a:bodyPr wrap="none" lIns="0" tIns="0" rIns="0" bIns="0" rtlCol="0" anchor="t"/>
          <a:lstStyle/>
          <a:p>
            <a:pPr marL="0" indent="0">
              <a:lnSpc>
                <a:spcPts val="4700"/>
              </a:lnSpc>
              <a:buNone/>
            </a:pPr>
            <a:r>
              <a:rPr lang="en-US" sz="6000" b="1" dirty="0">
                <a:latin typeface="Times New Roman" pitchFamily="18" charset="0"/>
                <a:ea typeface="Lora" pitchFamily="34" charset="-122"/>
                <a:cs typeface="Times New Roman" pitchFamily="18" charset="0"/>
              </a:rPr>
              <a:t>Use Case Diagram &amp; Activity Diagram</a:t>
            </a:r>
            <a:endParaRPr lang="en-US" sz="6000" b="1" dirty="0">
              <a:latin typeface="Times New Roman" pitchFamily="18" charset="0"/>
              <a:cs typeface="Times New Roman" pitchFamily="18" charset="0"/>
            </a:endParaRPr>
          </a:p>
        </p:txBody>
      </p:sp>
    </p:spTree>
    <p:extLst>
      <p:ext uri="{BB962C8B-B14F-4D97-AF65-F5344CB8AC3E}">
        <p14:creationId xmlns:p14="http://schemas.microsoft.com/office/powerpoint/2010/main" xmlns="" val="3961370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95C7BC4A-F7A3-6D0E-D9EB-2E066AEAD5D1}"/>
            </a:ext>
          </a:extLst>
        </p:cNvPr>
        <p:cNvGrpSpPr/>
        <p:nvPr/>
      </p:nvGrpSpPr>
      <p:grpSpPr>
        <a:xfrm>
          <a:off x="0" y="0"/>
          <a:ext cx="0" cy="0"/>
          <a:chOff x="0" y="0"/>
          <a:chExt cx="0" cy="0"/>
        </a:xfrm>
      </p:grpSpPr>
      <p:pic>
        <p:nvPicPr>
          <p:cNvPr id="3" name="Picture 2" descr="A blue and white background&#10;&#10;AI-generated content may be incorrect.">
            <a:extLst>
              <a:ext uri="{FF2B5EF4-FFF2-40B4-BE49-F238E27FC236}">
                <a16:creationId xmlns:a16="http://schemas.microsoft.com/office/drawing/2014/main" xmlns="" id="{7EC4105C-469D-A96F-D993-DFEE7DC1A14B}"/>
              </a:ext>
            </a:extLst>
          </p:cNvPr>
          <p:cNvPicPr>
            <a:picLocks noChangeAspect="1"/>
          </p:cNvPicPr>
          <p:nvPr/>
        </p:nvPicPr>
        <p:blipFill>
          <a:blip r:embed="rId3"/>
          <a:stretch>
            <a:fillRect/>
          </a:stretch>
        </p:blipFill>
        <p:spPr>
          <a:xfrm>
            <a:off x="-1" y="-5443"/>
            <a:ext cx="14660438" cy="8235043"/>
          </a:xfrm>
          <a:prstGeom prst="rect">
            <a:avLst/>
          </a:prstGeom>
        </p:spPr>
      </p:pic>
      <p:pic>
        <p:nvPicPr>
          <p:cNvPr id="23" name="Image14">
            <a:extLst>
              <a:ext uri="{FF2B5EF4-FFF2-40B4-BE49-F238E27FC236}">
                <a16:creationId xmlns:a16="http://schemas.microsoft.com/office/drawing/2014/main" xmlns="" id="{C5781316-D7FC-A744-EB51-80DBC00ABF7C}"/>
              </a:ext>
            </a:extLst>
          </p:cNvPr>
          <p:cNvPicPr>
            <a:picLocks noChangeAspect="1"/>
          </p:cNvPicPr>
          <p:nvPr/>
        </p:nvPicPr>
        <p:blipFill>
          <a:blip r:embed="rId4"/>
          <a:srcRect r="3047"/>
          <a:stretch>
            <a:fillRect/>
          </a:stretch>
        </p:blipFill>
        <p:spPr bwMode="auto">
          <a:xfrm>
            <a:off x="1917701" y="2452347"/>
            <a:ext cx="9359900" cy="5287430"/>
          </a:xfrm>
          <a:prstGeom prst="rect">
            <a:avLst/>
          </a:prstGeom>
        </p:spPr>
      </p:pic>
      <p:sp>
        <p:nvSpPr>
          <p:cNvPr id="2" name="Text 0">
            <a:extLst>
              <a:ext uri="{FF2B5EF4-FFF2-40B4-BE49-F238E27FC236}">
                <a16:creationId xmlns:a16="http://schemas.microsoft.com/office/drawing/2014/main" xmlns="" id="{DC86F3A3-995D-5377-FF06-03132A1E72B7}"/>
              </a:ext>
            </a:extLst>
          </p:cNvPr>
          <p:cNvSpPr/>
          <p:nvPr/>
        </p:nvSpPr>
        <p:spPr>
          <a:xfrm>
            <a:off x="389638" y="388223"/>
            <a:ext cx="13110462" cy="1103154"/>
          </a:xfrm>
          <a:prstGeom prst="rect">
            <a:avLst/>
          </a:prstGeom>
          <a:noFill/>
          <a:ln/>
        </p:spPr>
        <p:txBody>
          <a:bodyPr wrap="none" lIns="0" tIns="0" rIns="0" bIns="0" rtlCol="0" anchor="t"/>
          <a:lstStyle/>
          <a:p>
            <a:pPr marL="0" indent="0">
              <a:lnSpc>
                <a:spcPts val="4700"/>
              </a:lnSpc>
              <a:buNone/>
            </a:pPr>
            <a:r>
              <a:rPr lang="en-US" sz="6000" b="1" dirty="0">
                <a:latin typeface="Times New Roman" pitchFamily="18" charset="0"/>
                <a:ea typeface="Lora" pitchFamily="34" charset="-122"/>
                <a:cs typeface="Times New Roman" pitchFamily="18" charset="0"/>
              </a:rPr>
              <a:t>Class Diagram</a:t>
            </a:r>
            <a:endParaRPr lang="en-US" sz="6000" b="1" dirty="0">
              <a:latin typeface="Times New Roman" pitchFamily="18" charset="0"/>
              <a:cs typeface="Times New Roman" pitchFamily="18" charset="0"/>
            </a:endParaRPr>
          </a:p>
        </p:txBody>
      </p:sp>
    </p:spTree>
    <p:extLst>
      <p:ext uri="{BB962C8B-B14F-4D97-AF65-F5344CB8AC3E}">
        <p14:creationId xmlns:p14="http://schemas.microsoft.com/office/powerpoint/2010/main" xmlns="" val="7987246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19" name="Picture 18" descr="A blue and white background&#10;&#10;AI-generated content may be incorrect.">
            <a:extLst>
              <a:ext uri="{FF2B5EF4-FFF2-40B4-BE49-F238E27FC236}">
                <a16:creationId xmlns:a16="http://schemas.microsoft.com/office/drawing/2014/main" xmlns="" id="{A353951C-B094-EADC-D83C-EA3E67149E5E}"/>
              </a:ext>
            </a:extLst>
          </p:cNvPr>
          <p:cNvPicPr>
            <a:picLocks noChangeAspect="1"/>
          </p:cNvPicPr>
          <p:nvPr/>
        </p:nvPicPr>
        <p:blipFill>
          <a:blip r:embed="rId3"/>
          <a:stretch>
            <a:fillRect/>
          </a:stretch>
        </p:blipFill>
        <p:spPr>
          <a:xfrm>
            <a:off x="-1" y="-5443"/>
            <a:ext cx="14660438" cy="8235043"/>
          </a:xfrm>
          <a:prstGeom prst="rect">
            <a:avLst/>
          </a:prstGeom>
        </p:spPr>
      </p:pic>
      <p:sp>
        <p:nvSpPr>
          <p:cNvPr id="3" name="Text 0"/>
          <p:cNvSpPr/>
          <p:nvPr/>
        </p:nvSpPr>
        <p:spPr>
          <a:xfrm>
            <a:off x="567438" y="560546"/>
            <a:ext cx="6109133" cy="598646"/>
          </a:xfrm>
          <a:prstGeom prst="rect">
            <a:avLst/>
          </a:prstGeom>
          <a:noFill/>
          <a:ln/>
        </p:spPr>
        <p:txBody>
          <a:bodyPr wrap="none" lIns="0" tIns="0" rIns="0" bIns="0" rtlCol="0" anchor="t"/>
          <a:lstStyle/>
          <a:p>
            <a:pPr marL="0" indent="0">
              <a:lnSpc>
                <a:spcPts val="4700"/>
              </a:lnSpc>
              <a:buNone/>
            </a:pPr>
            <a:r>
              <a:rPr lang="en-US" sz="6000" b="1" dirty="0">
                <a:latin typeface="Times New Roman" pitchFamily="18" charset="0"/>
                <a:ea typeface="Lora" pitchFamily="34" charset="-122"/>
                <a:cs typeface="Times New Roman" pitchFamily="18" charset="0"/>
              </a:rPr>
              <a:t>Execution Steps</a:t>
            </a:r>
            <a:endParaRPr lang="en-US" sz="6000" b="1" dirty="0">
              <a:latin typeface="Times New Roman" pitchFamily="18" charset="0"/>
              <a:cs typeface="Times New Roman" pitchFamily="18" charset="0"/>
            </a:endParaRPr>
          </a:p>
        </p:txBody>
      </p:sp>
      <p:sp>
        <p:nvSpPr>
          <p:cNvPr id="4" name="Shape 1"/>
          <p:cNvSpPr/>
          <p:nvPr/>
        </p:nvSpPr>
        <p:spPr>
          <a:xfrm>
            <a:off x="796395" y="1464469"/>
            <a:ext cx="22860" cy="6204466"/>
          </a:xfrm>
          <a:prstGeom prst="roundRect">
            <a:avLst>
              <a:gd name="adj" fmla="val 133582"/>
            </a:avLst>
          </a:prstGeom>
          <a:solidFill>
            <a:srgbClr val="D9CDBA"/>
          </a:solidFill>
          <a:ln/>
        </p:spPr>
        <p:txBody>
          <a:bodyPr/>
          <a:lstStyle/>
          <a:p>
            <a:endParaRPr lang="en-IN"/>
          </a:p>
        </p:txBody>
      </p:sp>
      <p:sp>
        <p:nvSpPr>
          <p:cNvPr id="5" name="Shape 2"/>
          <p:cNvSpPr/>
          <p:nvPr/>
        </p:nvSpPr>
        <p:spPr>
          <a:xfrm>
            <a:off x="1002552" y="1742777"/>
            <a:ext cx="610672" cy="22860"/>
          </a:xfrm>
          <a:prstGeom prst="roundRect">
            <a:avLst>
              <a:gd name="adj" fmla="val 133582"/>
            </a:avLst>
          </a:prstGeom>
          <a:solidFill>
            <a:srgbClr val="D9CDBA"/>
          </a:solidFill>
          <a:ln/>
        </p:spPr>
        <p:txBody>
          <a:bodyPr/>
          <a:lstStyle/>
          <a:p>
            <a:endParaRPr lang="en-IN"/>
          </a:p>
        </p:txBody>
      </p:sp>
      <p:sp>
        <p:nvSpPr>
          <p:cNvPr id="6" name="Shape 3"/>
          <p:cNvSpPr/>
          <p:nvPr/>
        </p:nvSpPr>
        <p:spPr>
          <a:xfrm>
            <a:off x="567378" y="1540948"/>
            <a:ext cx="458033" cy="612000"/>
          </a:xfrm>
          <a:prstGeom prst="roundRect">
            <a:avLst>
              <a:gd name="adj" fmla="val 6667"/>
            </a:avLst>
          </a:prstGeom>
          <a:solidFill>
            <a:srgbClr val="F3E7D4"/>
          </a:solidFill>
          <a:ln/>
        </p:spPr>
        <p:txBody>
          <a:bodyPr/>
          <a:lstStyle/>
          <a:p>
            <a:endParaRPr lang="en-IN"/>
          </a:p>
        </p:txBody>
      </p:sp>
      <p:sp>
        <p:nvSpPr>
          <p:cNvPr id="7" name="Text 4"/>
          <p:cNvSpPr/>
          <p:nvPr/>
        </p:nvSpPr>
        <p:spPr>
          <a:xfrm>
            <a:off x="652687" y="1742777"/>
            <a:ext cx="287298" cy="359212"/>
          </a:xfrm>
          <a:prstGeom prst="rect">
            <a:avLst/>
          </a:prstGeom>
          <a:noFill/>
          <a:ln/>
        </p:spPr>
        <p:txBody>
          <a:bodyPr wrap="none" lIns="0" tIns="0" rIns="0" bIns="0" rtlCol="0" anchor="t"/>
          <a:lstStyle/>
          <a:p>
            <a:pPr marL="0" indent="0" algn="ctr">
              <a:lnSpc>
                <a:spcPts val="2250"/>
              </a:lnSpc>
              <a:buNone/>
            </a:pPr>
            <a:r>
              <a:rPr lang="en-US" sz="3600" dirty="0">
                <a:latin typeface="Times New Roman" pitchFamily="18" charset="0"/>
                <a:ea typeface="Lora" pitchFamily="34" charset="-122"/>
                <a:cs typeface="Times New Roman" pitchFamily="18" charset="0"/>
              </a:rPr>
              <a:t>1</a:t>
            </a:r>
            <a:endParaRPr lang="en-US" sz="3600" dirty="0">
              <a:latin typeface="Times New Roman" pitchFamily="18" charset="0"/>
              <a:cs typeface="Times New Roman" pitchFamily="18" charset="0"/>
            </a:endParaRPr>
          </a:p>
        </p:txBody>
      </p:sp>
      <p:sp>
        <p:nvSpPr>
          <p:cNvPr id="8" name="Text 5"/>
          <p:cNvSpPr/>
          <p:nvPr/>
        </p:nvSpPr>
        <p:spPr>
          <a:xfrm>
            <a:off x="1814260" y="1667947"/>
            <a:ext cx="4459539" cy="628648"/>
          </a:xfrm>
          <a:prstGeom prst="rect">
            <a:avLst/>
          </a:prstGeom>
          <a:noFill/>
          <a:ln/>
        </p:spPr>
        <p:txBody>
          <a:bodyPr wrap="none" lIns="0" tIns="0" rIns="0" bIns="0" rtlCol="0" anchor="t"/>
          <a:lstStyle/>
          <a:p>
            <a:pPr marL="0" indent="0" algn="l">
              <a:lnSpc>
                <a:spcPts val="2350"/>
              </a:lnSpc>
              <a:buNone/>
            </a:pPr>
            <a:r>
              <a:rPr lang="en-US" sz="3200" b="1" dirty="0">
                <a:latin typeface="Times New Roman" pitchFamily="18" charset="0"/>
                <a:ea typeface="Lora" pitchFamily="34" charset="-122"/>
                <a:cs typeface="Times New Roman" pitchFamily="18" charset="0"/>
              </a:rPr>
              <a:t>1</a:t>
            </a:r>
            <a:r>
              <a:rPr lang="en-US" sz="3200" dirty="0">
                <a:latin typeface="Times New Roman" pitchFamily="18" charset="0"/>
                <a:ea typeface="Lora" pitchFamily="34" charset="-122"/>
                <a:cs typeface="Times New Roman" pitchFamily="18" charset="0"/>
              </a:rPr>
              <a:t>. </a:t>
            </a:r>
            <a:r>
              <a:rPr lang="en-US" sz="3200" b="1" dirty="0">
                <a:latin typeface="Times New Roman" pitchFamily="18" charset="0"/>
                <a:ea typeface="Lora" pitchFamily="34" charset="-122"/>
                <a:cs typeface="Times New Roman" pitchFamily="18" charset="0"/>
              </a:rPr>
              <a:t>Data Preparation</a:t>
            </a:r>
            <a:endParaRPr lang="en-US" sz="3200" b="1" dirty="0">
              <a:latin typeface="Times New Roman" pitchFamily="18" charset="0"/>
              <a:cs typeface="Times New Roman" pitchFamily="18" charset="0"/>
            </a:endParaRPr>
          </a:p>
        </p:txBody>
      </p:sp>
      <p:sp>
        <p:nvSpPr>
          <p:cNvPr id="9" name="Text 6"/>
          <p:cNvSpPr/>
          <p:nvPr/>
        </p:nvSpPr>
        <p:spPr>
          <a:xfrm>
            <a:off x="1814261" y="2089428"/>
            <a:ext cx="12361478" cy="651510"/>
          </a:xfrm>
          <a:prstGeom prst="rect">
            <a:avLst/>
          </a:prstGeom>
          <a:noFill/>
          <a:ln/>
        </p:spPr>
        <p:txBody>
          <a:bodyPr wrap="square" lIns="0" tIns="0" rIns="0" bIns="0" rtlCol="0" anchor="t"/>
          <a:lstStyle/>
          <a:p>
            <a:pPr marL="0" indent="0" algn="l">
              <a:lnSpc>
                <a:spcPts val="2550"/>
              </a:lnSpc>
              <a:buNone/>
            </a:pPr>
            <a:r>
              <a:rPr lang="en-US" sz="2800" dirty="0">
                <a:latin typeface="Times New Roman" pitchFamily="18" charset="0"/>
                <a:ea typeface="Source Sans Pro" pitchFamily="34" charset="-122"/>
                <a:cs typeface="Times New Roman" pitchFamily="18" charset="0"/>
              </a:rPr>
              <a:t>Collect and preprocess data, including text cleaning and feature engineering.</a:t>
            </a:r>
            <a:endParaRPr lang="en-US" sz="2800" dirty="0">
              <a:latin typeface="Times New Roman" pitchFamily="18" charset="0"/>
              <a:cs typeface="Times New Roman" pitchFamily="18" charset="0"/>
            </a:endParaRPr>
          </a:p>
        </p:txBody>
      </p:sp>
      <p:sp>
        <p:nvSpPr>
          <p:cNvPr id="10" name="Shape 7"/>
          <p:cNvSpPr/>
          <p:nvPr/>
        </p:nvSpPr>
        <p:spPr>
          <a:xfrm>
            <a:off x="1002552" y="3426202"/>
            <a:ext cx="610672" cy="22860"/>
          </a:xfrm>
          <a:prstGeom prst="roundRect">
            <a:avLst>
              <a:gd name="adj" fmla="val 133582"/>
            </a:avLst>
          </a:prstGeom>
          <a:solidFill>
            <a:srgbClr val="D9CDBA"/>
          </a:solidFill>
          <a:ln/>
        </p:spPr>
        <p:txBody>
          <a:bodyPr/>
          <a:lstStyle/>
          <a:p>
            <a:endParaRPr lang="en-IN"/>
          </a:p>
        </p:txBody>
      </p:sp>
      <p:sp>
        <p:nvSpPr>
          <p:cNvPr id="11" name="Shape 8"/>
          <p:cNvSpPr/>
          <p:nvPr/>
        </p:nvSpPr>
        <p:spPr>
          <a:xfrm>
            <a:off x="554678" y="3224450"/>
            <a:ext cx="458033" cy="648000"/>
          </a:xfrm>
          <a:prstGeom prst="roundRect">
            <a:avLst>
              <a:gd name="adj" fmla="val 6667"/>
            </a:avLst>
          </a:prstGeom>
          <a:solidFill>
            <a:srgbClr val="F3E7D4"/>
          </a:solidFill>
          <a:ln/>
        </p:spPr>
        <p:txBody>
          <a:bodyPr/>
          <a:lstStyle/>
          <a:p>
            <a:endParaRPr lang="en-IN"/>
          </a:p>
        </p:txBody>
      </p:sp>
      <p:sp>
        <p:nvSpPr>
          <p:cNvPr id="12" name="Text 9"/>
          <p:cNvSpPr/>
          <p:nvPr/>
        </p:nvSpPr>
        <p:spPr>
          <a:xfrm>
            <a:off x="652687" y="3426202"/>
            <a:ext cx="287298" cy="359212"/>
          </a:xfrm>
          <a:prstGeom prst="rect">
            <a:avLst/>
          </a:prstGeom>
          <a:noFill/>
          <a:ln/>
        </p:spPr>
        <p:txBody>
          <a:bodyPr wrap="none" lIns="0" tIns="0" rIns="0" bIns="0" rtlCol="0" anchor="t"/>
          <a:lstStyle/>
          <a:p>
            <a:pPr marL="0" indent="0" algn="ctr">
              <a:lnSpc>
                <a:spcPts val="2250"/>
              </a:lnSpc>
              <a:buNone/>
            </a:pPr>
            <a:r>
              <a:rPr lang="en-US" sz="3600" dirty="0">
                <a:latin typeface="Times New Roman" pitchFamily="18" charset="0"/>
                <a:ea typeface="Lora" pitchFamily="34" charset="-122"/>
                <a:cs typeface="Times New Roman" pitchFamily="18" charset="0"/>
              </a:rPr>
              <a:t>2</a:t>
            </a:r>
            <a:endParaRPr lang="en-US" sz="3600" dirty="0">
              <a:latin typeface="Times New Roman" pitchFamily="18" charset="0"/>
              <a:cs typeface="Times New Roman" pitchFamily="18" charset="0"/>
            </a:endParaRPr>
          </a:p>
        </p:txBody>
      </p:sp>
      <p:sp>
        <p:nvSpPr>
          <p:cNvPr id="13" name="Text 10"/>
          <p:cNvSpPr/>
          <p:nvPr/>
        </p:nvSpPr>
        <p:spPr>
          <a:xfrm>
            <a:off x="1814260" y="3351370"/>
            <a:ext cx="5589839" cy="319803"/>
          </a:xfrm>
          <a:prstGeom prst="rect">
            <a:avLst/>
          </a:prstGeom>
          <a:noFill/>
          <a:ln/>
        </p:spPr>
        <p:txBody>
          <a:bodyPr wrap="none" lIns="0" tIns="0" rIns="0" bIns="0" rtlCol="0" anchor="t"/>
          <a:lstStyle/>
          <a:p>
            <a:pPr marL="0" indent="0" algn="l">
              <a:lnSpc>
                <a:spcPts val="2350"/>
              </a:lnSpc>
              <a:buNone/>
            </a:pPr>
            <a:r>
              <a:rPr lang="en-US" sz="3200" b="1" dirty="0">
                <a:latin typeface="Times New Roman" pitchFamily="18" charset="0"/>
                <a:ea typeface="Lora" pitchFamily="34" charset="-122"/>
                <a:cs typeface="Times New Roman" pitchFamily="18" charset="0"/>
              </a:rPr>
              <a:t>2.</a:t>
            </a:r>
            <a:r>
              <a:rPr lang="en-US" sz="3200" dirty="0">
                <a:latin typeface="Times New Roman" pitchFamily="18" charset="0"/>
                <a:ea typeface="Lora" pitchFamily="34" charset="-122"/>
                <a:cs typeface="Times New Roman" pitchFamily="18" charset="0"/>
              </a:rPr>
              <a:t> </a:t>
            </a:r>
            <a:r>
              <a:rPr lang="en-US" sz="3200" b="1" dirty="0">
                <a:latin typeface="Times New Roman" pitchFamily="18" charset="0"/>
                <a:ea typeface="Lora" pitchFamily="34" charset="-122"/>
                <a:cs typeface="Times New Roman" pitchFamily="18" charset="0"/>
              </a:rPr>
              <a:t>Model Training</a:t>
            </a:r>
            <a:endParaRPr lang="en-US" sz="3200" b="1" dirty="0">
              <a:latin typeface="Times New Roman" pitchFamily="18" charset="0"/>
              <a:cs typeface="Times New Roman" pitchFamily="18" charset="0"/>
            </a:endParaRPr>
          </a:p>
        </p:txBody>
      </p:sp>
      <p:sp>
        <p:nvSpPr>
          <p:cNvPr id="14" name="Text 11"/>
          <p:cNvSpPr/>
          <p:nvPr/>
        </p:nvSpPr>
        <p:spPr>
          <a:xfrm>
            <a:off x="1814261" y="3772852"/>
            <a:ext cx="12361478" cy="651510"/>
          </a:xfrm>
          <a:prstGeom prst="rect">
            <a:avLst/>
          </a:prstGeom>
          <a:noFill/>
          <a:ln/>
        </p:spPr>
        <p:txBody>
          <a:bodyPr wrap="square" lIns="0" tIns="0" rIns="0" bIns="0" rtlCol="0" anchor="t"/>
          <a:lstStyle/>
          <a:p>
            <a:pPr marL="0" indent="0" algn="l">
              <a:lnSpc>
                <a:spcPts val="2550"/>
              </a:lnSpc>
              <a:buNone/>
            </a:pPr>
            <a:r>
              <a:rPr lang="en-US" sz="2800" dirty="0">
                <a:latin typeface="Times New Roman" pitchFamily="18" charset="0"/>
                <a:ea typeface="Source Sans Pro" pitchFamily="34" charset="-122"/>
                <a:cs typeface="Times New Roman" pitchFamily="18" charset="0"/>
              </a:rPr>
              <a:t>Train a Naive Bayes model on the prepared data, choosing an appropriate algorithm.</a:t>
            </a:r>
            <a:endParaRPr lang="en-US" sz="2800" dirty="0">
              <a:latin typeface="Times New Roman" pitchFamily="18" charset="0"/>
              <a:cs typeface="Times New Roman" pitchFamily="18" charset="0"/>
            </a:endParaRPr>
          </a:p>
        </p:txBody>
      </p:sp>
      <p:sp>
        <p:nvSpPr>
          <p:cNvPr id="15" name="Shape 12"/>
          <p:cNvSpPr/>
          <p:nvPr/>
        </p:nvSpPr>
        <p:spPr>
          <a:xfrm>
            <a:off x="1002552" y="5109627"/>
            <a:ext cx="610672" cy="22860"/>
          </a:xfrm>
          <a:prstGeom prst="roundRect">
            <a:avLst>
              <a:gd name="adj" fmla="val 133582"/>
            </a:avLst>
          </a:prstGeom>
          <a:solidFill>
            <a:srgbClr val="D9CDBA"/>
          </a:solidFill>
          <a:ln/>
        </p:spPr>
        <p:txBody>
          <a:bodyPr/>
          <a:lstStyle/>
          <a:p>
            <a:endParaRPr lang="en-IN"/>
          </a:p>
        </p:txBody>
      </p:sp>
      <p:sp>
        <p:nvSpPr>
          <p:cNvPr id="16" name="Shape 13"/>
          <p:cNvSpPr/>
          <p:nvPr/>
        </p:nvSpPr>
        <p:spPr>
          <a:xfrm>
            <a:off x="567438" y="4892839"/>
            <a:ext cx="458033" cy="576000"/>
          </a:xfrm>
          <a:prstGeom prst="roundRect">
            <a:avLst>
              <a:gd name="adj" fmla="val 6667"/>
            </a:avLst>
          </a:prstGeom>
          <a:solidFill>
            <a:srgbClr val="F3E7D4"/>
          </a:solidFill>
          <a:ln/>
        </p:spPr>
        <p:txBody>
          <a:bodyPr/>
          <a:lstStyle/>
          <a:p>
            <a:endParaRPr lang="en-IN"/>
          </a:p>
        </p:txBody>
      </p:sp>
      <p:sp>
        <p:nvSpPr>
          <p:cNvPr id="17" name="Text 14"/>
          <p:cNvSpPr/>
          <p:nvPr/>
        </p:nvSpPr>
        <p:spPr>
          <a:xfrm>
            <a:off x="652687" y="5109627"/>
            <a:ext cx="287298" cy="359212"/>
          </a:xfrm>
          <a:prstGeom prst="rect">
            <a:avLst/>
          </a:prstGeom>
          <a:noFill/>
          <a:ln/>
        </p:spPr>
        <p:txBody>
          <a:bodyPr wrap="none" lIns="0" tIns="0" rIns="0" bIns="0" rtlCol="0" anchor="t"/>
          <a:lstStyle/>
          <a:p>
            <a:pPr marL="0" indent="0" algn="ctr">
              <a:lnSpc>
                <a:spcPts val="2250"/>
              </a:lnSpc>
              <a:buNone/>
            </a:pPr>
            <a:r>
              <a:rPr lang="en-US" sz="3600" dirty="0">
                <a:latin typeface="Times New Roman" pitchFamily="18" charset="0"/>
                <a:ea typeface="Lora" pitchFamily="34" charset="-122"/>
                <a:cs typeface="Times New Roman" pitchFamily="18" charset="0"/>
              </a:rPr>
              <a:t>3</a:t>
            </a:r>
            <a:endParaRPr lang="en-US" sz="3600" dirty="0">
              <a:latin typeface="Times New Roman" pitchFamily="18" charset="0"/>
              <a:cs typeface="Times New Roman" pitchFamily="18" charset="0"/>
            </a:endParaRPr>
          </a:p>
        </p:txBody>
      </p:sp>
      <p:sp>
        <p:nvSpPr>
          <p:cNvPr id="18" name="Text 15"/>
          <p:cNvSpPr/>
          <p:nvPr/>
        </p:nvSpPr>
        <p:spPr>
          <a:xfrm>
            <a:off x="1814260" y="5034796"/>
            <a:ext cx="5196139" cy="757170"/>
          </a:xfrm>
          <a:prstGeom prst="rect">
            <a:avLst/>
          </a:prstGeom>
          <a:noFill/>
          <a:ln/>
        </p:spPr>
        <p:txBody>
          <a:bodyPr wrap="none" lIns="0" tIns="0" rIns="0" bIns="0" rtlCol="0" anchor="t"/>
          <a:lstStyle/>
          <a:p>
            <a:pPr marL="0" indent="0" algn="l">
              <a:lnSpc>
                <a:spcPts val="2350"/>
              </a:lnSpc>
              <a:buNone/>
            </a:pPr>
            <a:r>
              <a:rPr lang="en-US" sz="3200" b="1" dirty="0">
                <a:latin typeface="Times New Roman" pitchFamily="18" charset="0"/>
                <a:ea typeface="Lora" pitchFamily="34" charset="-122"/>
                <a:cs typeface="Times New Roman" pitchFamily="18" charset="0"/>
              </a:rPr>
              <a:t>3. Model Evaluation</a:t>
            </a:r>
            <a:endParaRPr lang="en-US" sz="3200" b="1" dirty="0">
              <a:latin typeface="Times New Roman" pitchFamily="18" charset="0"/>
              <a:cs typeface="Times New Roman" pitchFamily="18" charset="0"/>
            </a:endParaRPr>
          </a:p>
        </p:txBody>
      </p:sp>
      <p:sp>
        <p:nvSpPr>
          <p:cNvPr id="20" name="Shape 17"/>
          <p:cNvSpPr/>
          <p:nvPr/>
        </p:nvSpPr>
        <p:spPr>
          <a:xfrm>
            <a:off x="1002552" y="6531629"/>
            <a:ext cx="610672" cy="22860"/>
          </a:xfrm>
          <a:prstGeom prst="roundRect">
            <a:avLst>
              <a:gd name="adj" fmla="val 133582"/>
            </a:avLst>
          </a:prstGeom>
          <a:solidFill>
            <a:srgbClr val="D9CDBA"/>
          </a:solidFill>
          <a:ln/>
        </p:spPr>
        <p:txBody>
          <a:bodyPr/>
          <a:lstStyle/>
          <a:p>
            <a:endParaRPr lang="en-IN"/>
          </a:p>
        </p:txBody>
      </p:sp>
      <p:sp>
        <p:nvSpPr>
          <p:cNvPr id="21" name="Shape 18"/>
          <p:cNvSpPr/>
          <p:nvPr/>
        </p:nvSpPr>
        <p:spPr>
          <a:xfrm>
            <a:off x="554678" y="6290944"/>
            <a:ext cx="458033" cy="540000"/>
          </a:xfrm>
          <a:prstGeom prst="roundRect">
            <a:avLst>
              <a:gd name="adj" fmla="val 6667"/>
            </a:avLst>
          </a:prstGeom>
          <a:solidFill>
            <a:srgbClr val="F3E7D4"/>
          </a:solidFill>
          <a:ln/>
        </p:spPr>
        <p:txBody>
          <a:bodyPr/>
          <a:lstStyle/>
          <a:p>
            <a:endParaRPr lang="en-IN"/>
          </a:p>
        </p:txBody>
      </p:sp>
      <p:sp>
        <p:nvSpPr>
          <p:cNvPr id="22" name="Text 19"/>
          <p:cNvSpPr/>
          <p:nvPr/>
        </p:nvSpPr>
        <p:spPr>
          <a:xfrm>
            <a:off x="652687" y="6467296"/>
            <a:ext cx="287298" cy="359212"/>
          </a:xfrm>
          <a:prstGeom prst="rect">
            <a:avLst/>
          </a:prstGeom>
          <a:noFill/>
          <a:ln/>
        </p:spPr>
        <p:txBody>
          <a:bodyPr wrap="none" lIns="0" tIns="0" rIns="0" bIns="0" rtlCol="0" anchor="t"/>
          <a:lstStyle/>
          <a:p>
            <a:pPr marL="0" indent="0" algn="ctr">
              <a:lnSpc>
                <a:spcPts val="2250"/>
              </a:lnSpc>
              <a:buNone/>
            </a:pPr>
            <a:r>
              <a:rPr lang="en-US" sz="3600" dirty="0">
                <a:latin typeface="Times New Roman" pitchFamily="18" charset="0"/>
                <a:ea typeface="Lora" pitchFamily="34" charset="-122"/>
                <a:cs typeface="Times New Roman" pitchFamily="18" charset="0"/>
              </a:rPr>
              <a:t>4</a:t>
            </a:r>
            <a:endParaRPr lang="en-US" sz="3600" dirty="0">
              <a:latin typeface="Times New Roman" pitchFamily="18" charset="0"/>
              <a:cs typeface="Times New Roman" pitchFamily="18" charset="0"/>
            </a:endParaRPr>
          </a:p>
        </p:txBody>
      </p:sp>
      <p:sp>
        <p:nvSpPr>
          <p:cNvPr id="23" name="Text 20"/>
          <p:cNvSpPr/>
          <p:nvPr/>
        </p:nvSpPr>
        <p:spPr>
          <a:xfrm>
            <a:off x="1814260" y="6508577"/>
            <a:ext cx="3278439" cy="421481"/>
          </a:xfrm>
          <a:prstGeom prst="rect">
            <a:avLst/>
          </a:prstGeom>
          <a:noFill/>
          <a:ln/>
        </p:spPr>
        <p:txBody>
          <a:bodyPr wrap="none" lIns="0" tIns="0" rIns="0" bIns="0" rtlCol="0" anchor="t"/>
          <a:lstStyle/>
          <a:p>
            <a:pPr marL="0" indent="0" algn="l">
              <a:lnSpc>
                <a:spcPts val="2350"/>
              </a:lnSpc>
              <a:buNone/>
            </a:pPr>
            <a:r>
              <a:rPr lang="en-US" sz="3200" b="1" dirty="0">
                <a:latin typeface="Times New Roman" pitchFamily="18" charset="0"/>
                <a:ea typeface="Lora" pitchFamily="34" charset="-122"/>
                <a:cs typeface="Times New Roman" pitchFamily="18" charset="0"/>
              </a:rPr>
              <a:t>4. Deployment</a:t>
            </a:r>
            <a:endParaRPr lang="en-US" sz="3200" b="1" dirty="0">
              <a:latin typeface="Times New Roman" pitchFamily="18" charset="0"/>
              <a:cs typeface="Times New Roman" pitchFamily="18" charset="0"/>
            </a:endParaRPr>
          </a:p>
        </p:txBody>
      </p:sp>
      <p:sp>
        <p:nvSpPr>
          <p:cNvPr id="24" name="Text 21"/>
          <p:cNvSpPr/>
          <p:nvPr/>
        </p:nvSpPr>
        <p:spPr>
          <a:xfrm>
            <a:off x="1814261" y="6930059"/>
            <a:ext cx="12183678" cy="651510"/>
          </a:xfrm>
          <a:prstGeom prst="rect">
            <a:avLst/>
          </a:prstGeom>
          <a:noFill/>
          <a:ln/>
        </p:spPr>
        <p:txBody>
          <a:bodyPr wrap="square" lIns="0" tIns="0" rIns="0" bIns="0" rtlCol="0" anchor="t"/>
          <a:lstStyle/>
          <a:p>
            <a:pPr marL="0" indent="0" algn="l">
              <a:lnSpc>
                <a:spcPts val="2550"/>
              </a:lnSpc>
              <a:buNone/>
            </a:pPr>
            <a:r>
              <a:rPr lang="en-US" sz="2800" dirty="0">
                <a:latin typeface="Times New Roman" pitchFamily="18" charset="0"/>
                <a:ea typeface="Source Sans Pro" pitchFamily="34" charset="-122"/>
                <a:cs typeface="Times New Roman" pitchFamily="18" charset="0"/>
              </a:rPr>
              <a:t>Deploy the model in a real-world system, integrating it with email clients or servers.</a:t>
            </a:r>
            <a:endParaRPr lang="en-US" sz="2800" dirty="0">
              <a:latin typeface="Times New Roman" pitchFamily="18" charset="0"/>
              <a:cs typeface="Times New Roman" pitchFamily="18" charset="0"/>
            </a:endParaRPr>
          </a:p>
        </p:txBody>
      </p:sp>
      <p:sp>
        <p:nvSpPr>
          <p:cNvPr id="25" name="TextBox 24"/>
          <p:cNvSpPr txBox="1"/>
          <p:nvPr/>
        </p:nvSpPr>
        <p:spPr>
          <a:xfrm>
            <a:off x="1814261" y="5518308"/>
            <a:ext cx="12361478" cy="702756"/>
          </a:xfrm>
          <a:prstGeom prst="rect">
            <a:avLst/>
          </a:prstGeom>
          <a:noFill/>
        </p:spPr>
        <p:txBody>
          <a:bodyPr wrap="square" rtlCol="0">
            <a:spAutoFit/>
          </a:bodyPr>
          <a:lstStyle/>
          <a:p>
            <a:pPr lvl="0">
              <a:lnSpc>
                <a:spcPts val="2550"/>
              </a:lnSpc>
            </a:pPr>
            <a:r>
              <a:rPr lang="en-US" sz="2800" dirty="0">
                <a:latin typeface="Times New Roman" pitchFamily="18" charset="0"/>
                <a:ea typeface="Source Sans Pro" pitchFamily="34" charset="-122"/>
                <a:cs typeface="Times New Roman" pitchFamily="18" charset="0"/>
              </a:rPr>
              <a:t>Evaluate the trained model's performance using various metrics.</a:t>
            </a:r>
            <a:endParaRPr lang="en-US" sz="2800" dirty="0">
              <a:latin typeface="Times New Roman" pitchFamily="18" charset="0"/>
              <a:cs typeface="Times New Roman" pitchFamily="18" charset="0"/>
            </a:endParaRPr>
          </a:p>
          <a:p>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18" name="Picture 17" descr="A blue and white background&#10;&#10;AI-generated content may be incorrect.">
            <a:extLst>
              <a:ext uri="{FF2B5EF4-FFF2-40B4-BE49-F238E27FC236}">
                <a16:creationId xmlns:a16="http://schemas.microsoft.com/office/drawing/2014/main" xmlns="" id="{44AECA05-06C3-8C62-F863-80C3FC8F6D3F}"/>
              </a:ext>
            </a:extLst>
          </p:cNvPr>
          <p:cNvPicPr>
            <a:picLocks noChangeAspect="1"/>
          </p:cNvPicPr>
          <p:nvPr/>
        </p:nvPicPr>
        <p:blipFill>
          <a:blip r:embed="rId3"/>
          <a:stretch>
            <a:fillRect/>
          </a:stretch>
        </p:blipFill>
        <p:spPr>
          <a:xfrm>
            <a:off x="-1" y="-5443"/>
            <a:ext cx="14660438" cy="8235043"/>
          </a:xfrm>
          <a:prstGeom prst="rect">
            <a:avLst/>
          </a:prstGeom>
        </p:spPr>
      </p:pic>
      <p:sp>
        <p:nvSpPr>
          <p:cNvPr id="2" name="Text 0"/>
          <p:cNvSpPr/>
          <p:nvPr/>
        </p:nvSpPr>
        <p:spPr>
          <a:xfrm>
            <a:off x="837724" y="853321"/>
            <a:ext cx="5632490" cy="704017"/>
          </a:xfrm>
          <a:prstGeom prst="rect">
            <a:avLst/>
          </a:prstGeom>
          <a:noFill/>
          <a:ln/>
        </p:spPr>
        <p:txBody>
          <a:bodyPr wrap="none" lIns="0" tIns="0" rIns="0" bIns="0" rtlCol="0" anchor="t"/>
          <a:lstStyle/>
          <a:p>
            <a:pPr marL="0" indent="0">
              <a:lnSpc>
                <a:spcPts val="5500"/>
              </a:lnSpc>
              <a:buNone/>
            </a:pPr>
            <a:r>
              <a:rPr lang="en-US" sz="6000" b="1" dirty="0">
                <a:latin typeface="Times New Roman" pitchFamily="18" charset="0"/>
                <a:ea typeface="Lora" pitchFamily="34" charset="-122"/>
                <a:cs typeface="Times New Roman" pitchFamily="18" charset="0"/>
              </a:rPr>
              <a:t>Conclusion</a:t>
            </a:r>
            <a:endParaRPr lang="en-US" sz="6000" b="1" dirty="0">
              <a:latin typeface="Times New Roman" pitchFamily="18" charset="0"/>
              <a:cs typeface="Times New Roman" pitchFamily="18" charset="0"/>
            </a:endParaRPr>
          </a:p>
        </p:txBody>
      </p:sp>
      <p:pic>
        <p:nvPicPr>
          <p:cNvPr id="3" name="Image 0" descr="preencoded.png"/>
          <p:cNvPicPr>
            <a:picLocks noChangeAspect="1"/>
          </p:cNvPicPr>
          <p:nvPr/>
        </p:nvPicPr>
        <p:blipFill>
          <a:blip r:embed="rId4">
            <a:duotone>
              <a:prstClr val="black"/>
              <a:schemeClr val="accent1">
                <a:tint val="45000"/>
                <a:satMod val="400000"/>
              </a:schemeClr>
            </a:duotone>
          </a:blip>
          <a:stretch>
            <a:fillRect/>
          </a:stretch>
        </p:blipFill>
        <p:spPr>
          <a:xfrm>
            <a:off x="3007638" y="2036088"/>
            <a:ext cx="2137529" cy="1740218"/>
          </a:xfrm>
          <a:prstGeom prst="rect">
            <a:avLst/>
          </a:prstGeom>
        </p:spPr>
      </p:pic>
      <p:sp>
        <p:nvSpPr>
          <p:cNvPr id="4" name="Text 1"/>
          <p:cNvSpPr/>
          <p:nvPr/>
        </p:nvSpPr>
        <p:spPr>
          <a:xfrm>
            <a:off x="3907988" y="2920841"/>
            <a:ext cx="336590" cy="420767"/>
          </a:xfrm>
          <a:prstGeom prst="rect">
            <a:avLst/>
          </a:prstGeom>
          <a:noFill/>
          <a:ln/>
        </p:spPr>
        <p:txBody>
          <a:bodyPr wrap="none" lIns="0" tIns="0" rIns="0" bIns="0" rtlCol="0" anchor="t"/>
          <a:lstStyle/>
          <a:p>
            <a:pPr marL="0" indent="0" algn="ctr">
              <a:lnSpc>
                <a:spcPts val="4200"/>
              </a:lnSpc>
              <a:buNone/>
            </a:pPr>
            <a:r>
              <a:rPr lang="en-US" sz="2650" dirty="0">
                <a:latin typeface="Times New Roman" pitchFamily="18" charset="0"/>
                <a:ea typeface="Lora" pitchFamily="34" charset="-122"/>
                <a:cs typeface="Times New Roman" pitchFamily="18" charset="0"/>
              </a:rPr>
              <a:t>1</a:t>
            </a:r>
            <a:endParaRPr lang="en-US" sz="2650" dirty="0">
              <a:latin typeface="Times New Roman" pitchFamily="18" charset="0"/>
              <a:cs typeface="Times New Roman" pitchFamily="18" charset="0"/>
            </a:endParaRPr>
          </a:p>
        </p:txBody>
      </p:sp>
      <p:sp>
        <p:nvSpPr>
          <p:cNvPr id="5" name="Text 2"/>
          <p:cNvSpPr/>
          <p:nvPr/>
        </p:nvSpPr>
        <p:spPr>
          <a:xfrm>
            <a:off x="5384482" y="2275403"/>
            <a:ext cx="3987284" cy="351949"/>
          </a:xfrm>
          <a:prstGeom prst="rect">
            <a:avLst/>
          </a:prstGeom>
          <a:noFill/>
          <a:ln/>
        </p:spPr>
        <p:txBody>
          <a:bodyPr wrap="none" lIns="0" tIns="0" rIns="0" bIns="0" rtlCol="0" anchor="t"/>
          <a:lstStyle/>
          <a:p>
            <a:pPr marL="0" indent="0" algn="l">
              <a:lnSpc>
                <a:spcPts val="2750"/>
              </a:lnSpc>
              <a:buNone/>
            </a:pPr>
            <a:r>
              <a:rPr lang="en-US" sz="3200" b="1" dirty="0">
                <a:latin typeface="Times New Roman" pitchFamily="18" charset="0"/>
                <a:ea typeface="Lora" pitchFamily="34" charset="-122"/>
                <a:cs typeface="Times New Roman" pitchFamily="18" charset="0"/>
              </a:rPr>
              <a:t>Improved Feature Engineering</a:t>
            </a:r>
            <a:endParaRPr lang="en-US" sz="3200" b="1" dirty="0">
              <a:latin typeface="Times New Roman" pitchFamily="18" charset="0"/>
              <a:cs typeface="Times New Roman" pitchFamily="18" charset="0"/>
            </a:endParaRPr>
          </a:p>
        </p:txBody>
      </p:sp>
      <p:sp>
        <p:nvSpPr>
          <p:cNvPr id="6" name="Text 3"/>
          <p:cNvSpPr/>
          <p:nvPr/>
        </p:nvSpPr>
        <p:spPr>
          <a:xfrm>
            <a:off x="5384482" y="2770942"/>
            <a:ext cx="8168878" cy="766048"/>
          </a:xfrm>
          <a:prstGeom prst="rect">
            <a:avLst/>
          </a:prstGeom>
          <a:noFill/>
          <a:ln/>
        </p:spPr>
        <p:txBody>
          <a:bodyPr wrap="square" lIns="0" tIns="0" rIns="0" bIns="0" rtlCol="0" anchor="t"/>
          <a:lstStyle/>
          <a:p>
            <a:pPr marL="0" indent="0" algn="l">
              <a:lnSpc>
                <a:spcPts val="3000"/>
              </a:lnSpc>
              <a:buNone/>
            </a:pPr>
            <a:r>
              <a:rPr lang="en-US" sz="2800" dirty="0">
                <a:latin typeface="Times New Roman" pitchFamily="18" charset="0"/>
                <a:ea typeface="Source Sans Pro" pitchFamily="34" charset="-122"/>
                <a:cs typeface="Times New Roman" pitchFamily="18" charset="0"/>
              </a:rPr>
              <a:t>More sophisticated features, like n-grams and semantic analysis, can enhance accuracy.</a:t>
            </a:r>
            <a:endParaRPr lang="en-US" sz="2800" dirty="0">
              <a:latin typeface="Times New Roman" pitchFamily="18" charset="0"/>
              <a:cs typeface="Times New Roman" pitchFamily="18" charset="0"/>
            </a:endParaRPr>
          </a:p>
        </p:txBody>
      </p:sp>
      <p:sp>
        <p:nvSpPr>
          <p:cNvPr id="7" name="Shape 4"/>
          <p:cNvSpPr/>
          <p:nvPr/>
        </p:nvSpPr>
        <p:spPr>
          <a:xfrm>
            <a:off x="5204936" y="3790950"/>
            <a:ext cx="8527971" cy="15240"/>
          </a:xfrm>
          <a:prstGeom prst="roundRect">
            <a:avLst>
              <a:gd name="adj" fmla="val 235611"/>
            </a:avLst>
          </a:prstGeom>
          <a:solidFill>
            <a:srgbClr val="D9CDBA"/>
          </a:solidFill>
          <a:ln/>
        </p:spPr>
        <p:txBody>
          <a:bodyPr/>
          <a:lstStyle/>
          <a:p>
            <a:endParaRPr lang="en-IN"/>
          </a:p>
        </p:txBody>
      </p:sp>
      <p:pic>
        <p:nvPicPr>
          <p:cNvPr id="8" name="Image 1" descr="preencoded.png"/>
          <p:cNvPicPr>
            <a:picLocks noChangeAspect="1"/>
          </p:cNvPicPr>
          <p:nvPr/>
        </p:nvPicPr>
        <p:blipFill>
          <a:blip r:embed="rId5">
            <a:duotone>
              <a:prstClr val="black"/>
              <a:schemeClr val="accent2">
                <a:tint val="45000"/>
                <a:satMod val="400000"/>
              </a:schemeClr>
            </a:duotone>
          </a:blip>
          <a:stretch>
            <a:fillRect/>
          </a:stretch>
        </p:blipFill>
        <p:spPr>
          <a:xfrm>
            <a:off x="1938814" y="3836075"/>
            <a:ext cx="4275058" cy="1740218"/>
          </a:xfrm>
          <a:prstGeom prst="rect">
            <a:avLst/>
          </a:prstGeom>
        </p:spPr>
      </p:pic>
      <p:sp>
        <p:nvSpPr>
          <p:cNvPr id="9" name="Text 5"/>
          <p:cNvSpPr/>
          <p:nvPr/>
        </p:nvSpPr>
        <p:spPr>
          <a:xfrm>
            <a:off x="3907988" y="4495800"/>
            <a:ext cx="336590" cy="420767"/>
          </a:xfrm>
          <a:prstGeom prst="rect">
            <a:avLst/>
          </a:prstGeom>
          <a:noFill/>
          <a:ln/>
        </p:spPr>
        <p:txBody>
          <a:bodyPr wrap="none" lIns="0" tIns="0" rIns="0" bIns="0" rtlCol="0" anchor="t"/>
          <a:lstStyle/>
          <a:p>
            <a:pPr marL="0" indent="0" algn="ctr">
              <a:lnSpc>
                <a:spcPts val="4200"/>
              </a:lnSpc>
              <a:buNone/>
            </a:pPr>
            <a:r>
              <a:rPr lang="en-US" sz="2650" dirty="0">
                <a:latin typeface="Times New Roman" pitchFamily="18" charset="0"/>
                <a:ea typeface="Lora" pitchFamily="34" charset="-122"/>
                <a:cs typeface="Times New Roman" pitchFamily="18" charset="0"/>
              </a:rPr>
              <a:t>2</a:t>
            </a:r>
            <a:endParaRPr lang="en-US" sz="2650" dirty="0">
              <a:latin typeface="Times New Roman" pitchFamily="18" charset="0"/>
              <a:cs typeface="Times New Roman" pitchFamily="18" charset="0"/>
            </a:endParaRPr>
          </a:p>
        </p:txBody>
      </p:sp>
      <p:sp>
        <p:nvSpPr>
          <p:cNvPr id="10" name="Text 6"/>
          <p:cNvSpPr/>
          <p:nvPr/>
        </p:nvSpPr>
        <p:spPr>
          <a:xfrm>
            <a:off x="6453187" y="4075390"/>
            <a:ext cx="2816185" cy="351949"/>
          </a:xfrm>
          <a:prstGeom prst="rect">
            <a:avLst/>
          </a:prstGeom>
          <a:noFill/>
          <a:ln/>
        </p:spPr>
        <p:txBody>
          <a:bodyPr wrap="none" lIns="0" tIns="0" rIns="0" bIns="0" rtlCol="0" anchor="t"/>
          <a:lstStyle/>
          <a:p>
            <a:pPr marL="0" indent="0" algn="l">
              <a:lnSpc>
                <a:spcPts val="2750"/>
              </a:lnSpc>
              <a:buNone/>
            </a:pPr>
            <a:r>
              <a:rPr lang="en-US" sz="3200" b="1" dirty="0">
                <a:latin typeface="Times New Roman" pitchFamily="18" charset="0"/>
                <a:ea typeface="Lora" pitchFamily="34" charset="-122"/>
                <a:cs typeface="Times New Roman" pitchFamily="18" charset="0"/>
              </a:rPr>
              <a:t>Hybrid Models</a:t>
            </a:r>
            <a:endParaRPr lang="en-US" sz="3200" b="1" dirty="0">
              <a:latin typeface="Times New Roman" pitchFamily="18" charset="0"/>
              <a:cs typeface="Times New Roman" pitchFamily="18" charset="0"/>
            </a:endParaRPr>
          </a:p>
        </p:txBody>
      </p:sp>
      <p:sp>
        <p:nvSpPr>
          <p:cNvPr id="11" name="Text 7"/>
          <p:cNvSpPr/>
          <p:nvPr/>
        </p:nvSpPr>
        <p:spPr>
          <a:xfrm>
            <a:off x="6453187" y="4570928"/>
            <a:ext cx="7100173" cy="766048"/>
          </a:xfrm>
          <a:prstGeom prst="rect">
            <a:avLst/>
          </a:prstGeom>
          <a:noFill/>
          <a:ln/>
        </p:spPr>
        <p:txBody>
          <a:bodyPr wrap="square" lIns="0" tIns="0" rIns="0" bIns="0" rtlCol="0" anchor="t"/>
          <a:lstStyle/>
          <a:p>
            <a:pPr marL="0" indent="0" algn="l">
              <a:lnSpc>
                <a:spcPts val="3000"/>
              </a:lnSpc>
              <a:buNone/>
            </a:pPr>
            <a:r>
              <a:rPr lang="en-US" sz="2800" dirty="0">
                <a:latin typeface="Times New Roman" pitchFamily="18" charset="0"/>
                <a:ea typeface="Source Sans Pro" pitchFamily="34" charset="-122"/>
                <a:cs typeface="Times New Roman" pitchFamily="18" charset="0"/>
              </a:rPr>
              <a:t>Combining Naive Bayes with other algorithms can address its limitations.</a:t>
            </a:r>
            <a:endParaRPr lang="en-US" sz="2800" dirty="0">
              <a:latin typeface="Times New Roman" pitchFamily="18" charset="0"/>
              <a:cs typeface="Times New Roman" pitchFamily="18" charset="0"/>
            </a:endParaRPr>
          </a:p>
        </p:txBody>
      </p:sp>
      <p:sp>
        <p:nvSpPr>
          <p:cNvPr id="12" name="Shape 8"/>
          <p:cNvSpPr/>
          <p:nvPr/>
        </p:nvSpPr>
        <p:spPr>
          <a:xfrm>
            <a:off x="6273641" y="5590937"/>
            <a:ext cx="7459266" cy="15240"/>
          </a:xfrm>
          <a:prstGeom prst="roundRect">
            <a:avLst>
              <a:gd name="adj" fmla="val 235611"/>
            </a:avLst>
          </a:prstGeom>
          <a:solidFill>
            <a:srgbClr val="D9CDBA"/>
          </a:solidFill>
          <a:ln/>
        </p:spPr>
        <p:txBody>
          <a:bodyPr/>
          <a:lstStyle/>
          <a:p>
            <a:endParaRPr lang="en-IN"/>
          </a:p>
        </p:txBody>
      </p:sp>
      <p:pic>
        <p:nvPicPr>
          <p:cNvPr id="13" name="Image 2" descr="preencoded.png"/>
          <p:cNvPicPr>
            <a:picLocks noChangeAspect="1"/>
          </p:cNvPicPr>
          <p:nvPr/>
        </p:nvPicPr>
        <p:blipFill>
          <a:blip r:embed="rId6">
            <a:duotone>
              <a:prstClr val="black"/>
              <a:schemeClr val="accent4">
                <a:tint val="45000"/>
                <a:satMod val="400000"/>
              </a:schemeClr>
            </a:duotone>
          </a:blip>
          <a:stretch>
            <a:fillRect/>
          </a:stretch>
        </p:blipFill>
        <p:spPr>
          <a:xfrm>
            <a:off x="870109" y="5636062"/>
            <a:ext cx="6412587" cy="1740218"/>
          </a:xfrm>
          <a:prstGeom prst="rect">
            <a:avLst/>
          </a:prstGeom>
        </p:spPr>
      </p:pic>
      <p:sp>
        <p:nvSpPr>
          <p:cNvPr id="14" name="Text 9"/>
          <p:cNvSpPr/>
          <p:nvPr/>
        </p:nvSpPr>
        <p:spPr>
          <a:xfrm>
            <a:off x="3908107" y="6295787"/>
            <a:ext cx="336590" cy="420767"/>
          </a:xfrm>
          <a:prstGeom prst="rect">
            <a:avLst/>
          </a:prstGeom>
          <a:noFill/>
          <a:ln/>
        </p:spPr>
        <p:txBody>
          <a:bodyPr wrap="none" lIns="0" tIns="0" rIns="0" bIns="0" rtlCol="0" anchor="t"/>
          <a:lstStyle/>
          <a:p>
            <a:pPr marL="0" indent="0" algn="ctr">
              <a:lnSpc>
                <a:spcPts val="4200"/>
              </a:lnSpc>
              <a:buNone/>
            </a:pPr>
            <a:r>
              <a:rPr lang="en-US" sz="2650" dirty="0">
                <a:latin typeface="Times New Roman" pitchFamily="18" charset="0"/>
                <a:ea typeface="Lora" pitchFamily="34" charset="-122"/>
                <a:cs typeface="Times New Roman" pitchFamily="18" charset="0"/>
              </a:rPr>
              <a:t>3</a:t>
            </a:r>
            <a:endParaRPr lang="en-US" sz="2650" dirty="0">
              <a:latin typeface="Times New Roman" pitchFamily="18" charset="0"/>
              <a:cs typeface="Times New Roman" pitchFamily="18" charset="0"/>
            </a:endParaRPr>
          </a:p>
        </p:txBody>
      </p:sp>
      <p:sp>
        <p:nvSpPr>
          <p:cNvPr id="15" name="Text 10"/>
          <p:cNvSpPr/>
          <p:nvPr/>
        </p:nvSpPr>
        <p:spPr>
          <a:xfrm>
            <a:off x="7522012" y="5875377"/>
            <a:ext cx="2839164" cy="351949"/>
          </a:xfrm>
          <a:prstGeom prst="rect">
            <a:avLst/>
          </a:prstGeom>
          <a:noFill/>
          <a:ln/>
        </p:spPr>
        <p:txBody>
          <a:bodyPr wrap="none" lIns="0" tIns="0" rIns="0" bIns="0" rtlCol="0" anchor="t"/>
          <a:lstStyle/>
          <a:p>
            <a:pPr marL="0" indent="0" algn="l">
              <a:lnSpc>
                <a:spcPts val="2750"/>
              </a:lnSpc>
              <a:buNone/>
            </a:pPr>
            <a:r>
              <a:rPr lang="en-US" sz="3200" b="1" dirty="0">
                <a:latin typeface="Times New Roman" pitchFamily="18" charset="0"/>
                <a:ea typeface="Lora" pitchFamily="34" charset="-122"/>
                <a:cs typeface="Times New Roman" pitchFamily="18" charset="0"/>
              </a:rPr>
              <a:t>Real-Time Adaptation</a:t>
            </a:r>
            <a:endParaRPr lang="en-US" sz="3200" b="1" dirty="0">
              <a:latin typeface="Times New Roman" pitchFamily="18" charset="0"/>
              <a:cs typeface="Times New Roman" pitchFamily="18" charset="0"/>
            </a:endParaRPr>
          </a:p>
        </p:txBody>
      </p:sp>
      <p:sp>
        <p:nvSpPr>
          <p:cNvPr id="16" name="Text 11"/>
          <p:cNvSpPr/>
          <p:nvPr/>
        </p:nvSpPr>
        <p:spPr>
          <a:xfrm>
            <a:off x="7522012" y="6370915"/>
            <a:ext cx="6031349" cy="766048"/>
          </a:xfrm>
          <a:prstGeom prst="rect">
            <a:avLst/>
          </a:prstGeom>
          <a:noFill/>
          <a:ln/>
        </p:spPr>
        <p:txBody>
          <a:bodyPr wrap="square" lIns="0" tIns="0" rIns="0" bIns="0" rtlCol="0" anchor="t"/>
          <a:lstStyle/>
          <a:p>
            <a:pPr marL="0" indent="0" algn="l">
              <a:lnSpc>
                <a:spcPts val="3000"/>
              </a:lnSpc>
              <a:buNone/>
            </a:pPr>
            <a:r>
              <a:rPr lang="en-US" sz="2800" dirty="0">
                <a:latin typeface="Times New Roman" pitchFamily="18" charset="0"/>
                <a:ea typeface="Source Sans Pro" pitchFamily="34" charset="-122"/>
                <a:cs typeface="Times New Roman" pitchFamily="18" charset="0"/>
              </a:rPr>
              <a:t>Continuously learning and adapting to evolving spam patterns is crucial.</a:t>
            </a:r>
            <a:endParaRPr lang="en-US" sz="2800" dirty="0">
              <a:latin typeface="Times New Roman" pitchFamily="18" charset="0"/>
              <a:cs typeface="Times New Roman"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69EF0BF8-E8E0-A697-2E24-C77F85EE11DD}"/>
            </a:ext>
          </a:extLst>
        </p:cNvPr>
        <p:cNvGrpSpPr/>
        <p:nvPr/>
      </p:nvGrpSpPr>
      <p:grpSpPr>
        <a:xfrm>
          <a:off x="0" y="0"/>
          <a:ext cx="0" cy="0"/>
          <a:chOff x="0" y="0"/>
          <a:chExt cx="0" cy="0"/>
        </a:xfrm>
      </p:grpSpPr>
      <p:pic>
        <p:nvPicPr>
          <p:cNvPr id="3" name="Picture 2" descr="A blue and white background&#10;&#10;AI-generated content may be incorrect.">
            <a:extLst>
              <a:ext uri="{FF2B5EF4-FFF2-40B4-BE49-F238E27FC236}">
                <a16:creationId xmlns:a16="http://schemas.microsoft.com/office/drawing/2014/main" xmlns="" id="{D99BDDA5-E549-D47C-A879-758CC7962288}"/>
              </a:ext>
            </a:extLst>
          </p:cNvPr>
          <p:cNvPicPr>
            <a:picLocks noChangeAspect="1"/>
          </p:cNvPicPr>
          <p:nvPr/>
        </p:nvPicPr>
        <p:blipFill>
          <a:blip r:embed="rId2"/>
          <a:stretch>
            <a:fillRect/>
          </a:stretch>
        </p:blipFill>
        <p:spPr>
          <a:xfrm>
            <a:off x="-1" y="-5443"/>
            <a:ext cx="14660438" cy="8235043"/>
          </a:xfrm>
          <a:prstGeom prst="rect">
            <a:avLst/>
          </a:prstGeom>
        </p:spPr>
      </p:pic>
      <p:sp>
        <p:nvSpPr>
          <p:cNvPr id="2" name="Rectangle 3">
            <a:extLst>
              <a:ext uri="{FF2B5EF4-FFF2-40B4-BE49-F238E27FC236}">
                <a16:creationId xmlns:a16="http://schemas.microsoft.com/office/drawing/2014/main" xmlns="" id="{BC3C2946-24B2-CAAF-9F1F-26D73EDF777A}"/>
              </a:ext>
            </a:extLst>
          </p:cNvPr>
          <p:cNvSpPr/>
          <p:nvPr/>
        </p:nvSpPr>
        <p:spPr>
          <a:xfrm>
            <a:off x="0" y="0"/>
            <a:ext cx="4927600" cy="8229600"/>
          </a:xfrm>
          <a:custGeom>
            <a:avLst/>
            <a:gdLst>
              <a:gd name="connsiteX0" fmla="*/ 0 w 4108862"/>
              <a:gd name="connsiteY0" fmla="*/ 0 h 6858000"/>
              <a:gd name="connsiteX1" fmla="*/ 4108862 w 4108862"/>
              <a:gd name="connsiteY1" fmla="*/ 0 h 6858000"/>
              <a:gd name="connsiteX2" fmla="*/ 4108862 w 4108862"/>
              <a:gd name="connsiteY2" fmla="*/ 6858000 h 6858000"/>
              <a:gd name="connsiteX3" fmla="*/ 0 w 4108862"/>
              <a:gd name="connsiteY3" fmla="*/ 6858000 h 6858000"/>
              <a:gd name="connsiteX4" fmla="*/ 0 w 4108862"/>
              <a:gd name="connsiteY4" fmla="*/ 0 h 6858000"/>
              <a:gd name="connsiteX0" fmla="*/ 0 w 4108862"/>
              <a:gd name="connsiteY0" fmla="*/ 0 h 6858000"/>
              <a:gd name="connsiteX1" fmla="*/ 4108862 w 4108862"/>
              <a:gd name="connsiteY1" fmla="*/ 0 h 6858000"/>
              <a:gd name="connsiteX2" fmla="*/ 4108862 w 4108862"/>
              <a:gd name="connsiteY2" fmla="*/ 6858000 h 6858000"/>
              <a:gd name="connsiteX3" fmla="*/ 0 w 4108862"/>
              <a:gd name="connsiteY3" fmla="*/ 6858000 h 6858000"/>
              <a:gd name="connsiteX4" fmla="*/ 0 w 4108862"/>
              <a:gd name="connsiteY4" fmla="*/ 0 h 6858000"/>
              <a:gd name="connsiteX0" fmla="*/ 0 w 4108862"/>
              <a:gd name="connsiteY0" fmla="*/ 0 h 6858000"/>
              <a:gd name="connsiteX1" fmla="*/ 4108862 w 4108862"/>
              <a:gd name="connsiteY1" fmla="*/ 0 h 6858000"/>
              <a:gd name="connsiteX2" fmla="*/ 4108862 w 4108862"/>
              <a:gd name="connsiteY2" fmla="*/ 6858000 h 6858000"/>
              <a:gd name="connsiteX3" fmla="*/ 0 w 4108862"/>
              <a:gd name="connsiteY3" fmla="*/ 6858000 h 6858000"/>
              <a:gd name="connsiteX4" fmla="*/ 0 w 4108862"/>
              <a:gd name="connsiteY4" fmla="*/ 0 h 6858000"/>
              <a:gd name="connsiteX0" fmla="*/ 0 w 4108862"/>
              <a:gd name="connsiteY0" fmla="*/ 0 h 6858000"/>
              <a:gd name="connsiteX1" fmla="*/ 4108862 w 4108862"/>
              <a:gd name="connsiteY1" fmla="*/ 0 h 6858000"/>
              <a:gd name="connsiteX2" fmla="*/ 4108862 w 4108862"/>
              <a:gd name="connsiteY2" fmla="*/ 6858000 h 6858000"/>
              <a:gd name="connsiteX3" fmla="*/ 0 w 4108862"/>
              <a:gd name="connsiteY3" fmla="*/ 6858000 h 6858000"/>
              <a:gd name="connsiteX4" fmla="*/ 0 w 4108862"/>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108862" h="6858000">
                <a:moveTo>
                  <a:pt x="0" y="0"/>
                </a:moveTo>
                <a:lnTo>
                  <a:pt x="4108862" y="0"/>
                </a:lnTo>
                <a:cubicBezTo>
                  <a:pt x="2529444" y="2523507"/>
                  <a:pt x="3218212" y="5628904"/>
                  <a:pt x="4108862" y="6858000"/>
                </a:cubicBezTo>
                <a:lnTo>
                  <a:pt x="0" y="6858000"/>
                </a:lnTo>
                <a:lnTo>
                  <a:pt x="0" y="0"/>
                </a:lnTo>
                <a:close/>
              </a:path>
            </a:pathLst>
          </a:custGeom>
          <a:blipFill>
            <a:blip r:embed="rId3"/>
            <a:tile tx="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 name="Group 3">
            <a:extLst>
              <a:ext uri="{FF2B5EF4-FFF2-40B4-BE49-F238E27FC236}">
                <a16:creationId xmlns:a16="http://schemas.microsoft.com/office/drawing/2014/main" xmlns="" id="{3DC9924B-F7CF-FD33-1796-D89333BA78D3}"/>
              </a:ext>
            </a:extLst>
          </p:cNvPr>
          <p:cNvGrpSpPr/>
          <p:nvPr/>
        </p:nvGrpSpPr>
        <p:grpSpPr>
          <a:xfrm>
            <a:off x="539253" y="630722"/>
            <a:ext cx="7785609" cy="6643317"/>
            <a:chOff x="539253" y="814995"/>
            <a:chExt cx="6492003" cy="5596554"/>
          </a:xfrm>
        </p:grpSpPr>
        <p:sp>
          <p:nvSpPr>
            <p:cNvPr id="5" name="Hexagon 4">
              <a:extLst>
                <a:ext uri="{FF2B5EF4-FFF2-40B4-BE49-F238E27FC236}">
                  <a16:creationId xmlns:a16="http://schemas.microsoft.com/office/drawing/2014/main" xmlns="" id="{A09256A6-0EB4-CDE5-4C45-7549863A2F15}"/>
                </a:ext>
              </a:extLst>
            </p:cNvPr>
            <p:cNvSpPr/>
            <p:nvPr/>
          </p:nvSpPr>
          <p:spPr>
            <a:xfrm>
              <a:off x="539253" y="814995"/>
              <a:ext cx="6492003" cy="5596554"/>
            </a:xfrm>
            <a:prstGeom prst="hexagon">
              <a:avLst/>
            </a:prstGeom>
            <a:solidFill>
              <a:schemeClr val="tx2">
                <a:lumMod val="85000"/>
                <a:lumOff val="15000"/>
              </a:schemeClr>
            </a:solidFill>
            <a:ln>
              <a:noFill/>
            </a:ln>
            <a:effectLst>
              <a:outerShdw blurRad="63500" sx="105000" sy="105000" algn="ctr" rotWithShape="0">
                <a:schemeClr val="tx2">
                  <a:alpha val="37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Hexagon 5">
              <a:extLst>
                <a:ext uri="{FF2B5EF4-FFF2-40B4-BE49-F238E27FC236}">
                  <a16:creationId xmlns:a16="http://schemas.microsoft.com/office/drawing/2014/main" xmlns="" id="{090F6877-3A56-E823-06DA-AE4E38CE4F03}"/>
                </a:ext>
              </a:extLst>
            </p:cNvPr>
            <p:cNvSpPr/>
            <p:nvPr/>
          </p:nvSpPr>
          <p:spPr>
            <a:xfrm>
              <a:off x="1000609" y="1212716"/>
              <a:ext cx="5569291" cy="4801113"/>
            </a:xfrm>
            <a:prstGeom prst="hexagon">
              <a:avLst/>
            </a:prstGeom>
            <a:blipFill>
              <a:blip r:embed="rId4"/>
              <a:stretch>
                <a:fillRect l="-37000" r="-36000"/>
              </a:stretch>
            </a:blipFill>
            <a:ln>
              <a:noFill/>
            </a:ln>
            <a:effectLst>
              <a:outerShdw blurRad="63500" sx="105000" sy="105000" algn="ctr" rotWithShape="0">
                <a:schemeClr val="tx2">
                  <a:alpha val="37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 name="Group 6">
            <a:extLst>
              <a:ext uri="{FF2B5EF4-FFF2-40B4-BE49-F238E27FC236}">
                <a16:creationId xmlns:a16="http://schemas.microsoft.com/office/drawing/2014/main" xmlns="" id="{30D725E7-B27B-4118-9923-C6C57375B28F}"/>
              </a:ext>
            </a:extLst>
          </p:cNvPr>
          <p:cNvGrpSpPr/>
          <p:nvPr/>
        </p:nvGrpSpPr>
        <p:grpSpPr>
          <a:xfrm>
            <a:off x="8324861" y="2355944"/>
            <a:ext cx="6186599" cy="4001096"/>
            <a:chOff x="7993056" y="2402110"/>
            <a:chExt cx="6805259" cy="4001096"/>
          </a:xfrm>
        </p:grpSpPr>
        <p:sp>
          <p:nvSpPr>
            <p:cNvPr id="8" name="TextBox 7">
              <a:extLst>
                <a:ext uri="{FF2B5EF4-FFF2-40B4-BE49-F238E27FC236}">
                  <a16:creationId xmlns:a16="http://schemas.microsoft.com/office/drawing/2014/main" xmlns="" id="{B5F0963D-2C74-4970-6E2D-9C63DDB5701E}"/>
                </a:ext>
              </a:extLst>
            </p:cNvPr>
            <p:cNvSpPr txBox="1"/>
            <p:nvPr/>
          </p:nvSpPr>
          <p:spPr>
            <a:xfrm>
              <a:off x="7993056" y="2402110"/>
              <a:ext cx="6805259" cy="2800767"/>
            </a:xfrm>
            <a:prstGeom prst="rect">
              <a:avLst/>
            </a:prstGeom>
            <a:noFill/>
          </p:spPr>
          <p:txBody>
            <a:bodyPr wrap="square" rtlCol="0">
              <a:spAutoFit/>
            </a:bodyPr>
            <a:lstStyle/>
            <a:p>
              <a:pPr algn="ctr"/>
              <a:r>
                <a:rPr lang="en-US" sz="8800" b="1" dirty="0">
                  <a:solidFill>
                    <a:schemeClr val="accent1">
                      <a:lumMod val="75000"/>
                    </a:schemeClr>
                  </a:solidFill>
                  <a:effectLst>
                    <a:outerShdw blurRad="38100" dist="38100" dir="2700000" algn="tl">
                      <a:srgbClr val="000000">
                        <a:alpha val="43137"/>
                      </a:srgbClr>
                    </a:outerShdw>
                  </a:effectLst>
                  <a:latin typeface="Georgia" panose="02040502050405020303" pitchFamily="18" charset="0"/>
                </a:rPr>
                <a:t>Thank you</a:t>
              </a:r>
            </a:p>
          </p:txBody>
        </p:sp>
        <p:sp>
          <p:nvSpPr>
            <p:cNvPr id="9" name="TextBox 8">
              <a:extLst>
                <a:ext uri="{FF2B5EF4-FFF2-40B4-BE49-F238E27FC236}">
                  <a16:creationId xmlns:a16="http://schemas.microsoft.com/office/drawing/2014/main" xmlns="" id="{D92652FD-6EFF-9EA3-D16D-C40BD5C3ED9D}"/>
                </a:ext>
              </a:extLst>
            </p:cNvPr>
            <p:cNvSpPr txBox="1"/>
            <p:nvPr/>
          </p:nvSpPr>
          <p:spPr>
            <a:xfrm>
              <a:off x="9426084" y="5202877"/>
              <a:ext cx="3849218" cy="1200329"/>
            </a:xfrm>
            <a:prstGeom prst="rect">
              <a:avLst/>
            </a:prstGeom>
            <a:noFill/>
          </p:spPr>
          <p:txBody>
            <a:bodyPr wrap="square" rtlCol="0">
              <a:spAutoFit/>
            </a:bodyPr>
            <a:lstStyle/>
            <a:p>
              <a:pPr lvl="0" algn="ctr"/>
              <a:r>
                <a:rPr lang="en-US" sz="2400" i="1" dirty="0">
                  <a:solidFill>
                    <a:srgbClr val="FF0000"/>
                  </a:solidFill>
                  <a:latin typeface="Georgia Pro Light" panose="02040302050405020303" pitchFamily="18" charset="0"/>
                </a:rPr>
                <a:t>Adapt it with your needs and it will capture all the audience attention. </a:t>
              </a:r>
            </a:p>
          </p:txBody>
        </p:sp>
      </p:grpSp>
    </p:spTree>
    <p:extLst>
      <p:ext uri="{BB962C8B-B14F-4D97-AF65-F5344CB8AC3E}">
        <p14:creationId xmlns:p14="http://schemas.microsoft.com/office/powerpoint/2010/main" xmlns="" val="101086861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346</TotalTime>
  <Words>541</Words>
  <Application>Microsoft Office PowerPoint</Application>
  <PresentationFormat>Custom</PresentationFormat>
  <Paragraphs>109</Paragraphs>
  <Slides>14</Slides>
  <Notes>11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14</vt:i4>
      </vt:variant>
    </vt:vector>
  </HeadingPairs>
  <TitlesOfParts>
    <vt:vector size="23" baseType="lpstr">
      <vt:lpstr>Arial</vt:lpstr>
      <vt:lpstr>Calibri</vt:lpstr>
      <vt:lpstr>Times New Roman</vt:lpstr>
      <vt:lpstr>Corben</vt:lpstr>
      <vt:lpstr>Lora</vt:lpstr>
      <vt:lpstr>Source Sans Pro</vt:lpstr>
      <vt:lpstr>Georgia</vt:lpstr>
      <vt:lpstr>Georgia Pro Light</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Shaik Rucksar</cp:lastModifiedBy>
  <cp:revision>20</cp:revision>
  <dcterms:created xsi:type="dcterms:W3CDTF">2025-03-06T07:12:38Z</dcterms:created>
  <dcterms:modified xsi:type="dcterms:W3CDTF">2025-03-06T14:27:02Z</dcterms:modified>
</cp:coreProperties>
</file>